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9"/>
  </p:notesMasterIdLst>
  <p:handoutMasterIdLst>
    <p:handoutMasterId r:id="rId10"/>
  </p:handoutMasterIdLst>
  <p:sldIdLst>
    <p:sldId id="305" r:id="rId2"/>
    <p:sldId id="301" r:id="rId3"/>
    <p:sldId id="306" r:id="rId4"/>
    <p:sldId id="309" r:id="rId5"/>
    <p:sldId id="307" r:id="rId6"/>
    <p:sldId id="308" r:id="rId7"/>
    <p:sldId id="310" r:id="rId8"/>
  </p:sldIdLst>
  <p:sldSz cx="12192000" cy="6858000"/>
  <p:notesSz cx="6858000" cy="9144000"/>
  <p:defaultTextStyle>
    <a:defPPr>
      <a:defRPr lang="fi-FI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25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6C2A8"/>
    <a:srgbClr val="BA94DC"/>
    <a:srgbClr val="9B9B9B"/>
    <a:srgbClr val="FCFCFC"/>
    <a:srgbClr val="AD81D5"/>
    <a:srgbClr val="E6E6E6"/>
    <a:srgbClr val="3A75C4"/>
    <a:srgbClr val="00BD9D"/>
    <a:srgbClr val="009E6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5E2488-145B-49FC-841A-CFF933443F56}" v="2" dt="2026-10-13T11:45:52.660"/>
  </p1510:revLst>
</p1510:revInfo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Vaalea tyyli 2 - Korostus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Vaalea tyyli 2 - Korostus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Vaalea tyyli 2 - Korostus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Vaalea tyyli 2 - Korostus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Vaalea tyyli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Vaalea tyyli 3 - Korostus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Normaali tyyli 2 - Korostu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Normaali tyyli 2 - Korost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Normaali tyyli 2 - Korostu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671" autoAdjust="0"/>
  </p:normalViewPr>
  <p:slideViewPr>
    <p:cSldViewPr>
      <p:cViewPr varScale="1">
        <p:scale>
          <a:sx n="92" d="100"/>
          <a:sy n="92" d="100"/>
        </p:scale>
        <p:origin x="772" y="64"/>
      </p:cViewPr>
      <p:guideLst>
        <p:guide orient="horz" pos="125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1" d="100"/>
        <a:sy n="201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3486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arit Vilen" userId="1d8fa391c1802032" providerId="LiveId" clId="{0F989585-313F-42DC-BF16-8D8F32512BDA}"/>
    <pc:docChg chg="custSel addSld delSld modSld addMainMaster delMainMaster modMainMaster modNotesMaster">
      <pc:chgData name="Maarit Vilen" userId="1d8fa391c1802032" providerId="LiveId" clId="{0F989585-313F-42DC-BF16-8D8F32512BDA}" dt="2026-10-13T12:08:58.231" v="377" actId="6549"/>
      <pc:docMkLst>
        <pc:docMk/>
      </pc:docMkLst>
      <pc:sldChg chg="addSp modSp mod modNotes">
        <pc:chgData name="Maarit Vilen" userId="1d8fa391c1802032" providerId="LiveId" clId="{0F989585-313F-42DC-BF16-8D8F32512BDA}" dt="2026-10-13T11:36:04.045" v="153" actId="26606"/>
        <pc:sldMkLst>
          <pc:docMk/>
          <pc:sldMk cId="906505971" sldId="301"/>
        </pc:sldMkLst>
        <pc:spChg chg="mod">
          <ac:chgData name="Maarit Vilen" userId="1d8fa391c1802032" providerId="LiveId" clId="{0F989585-313F-42DC-BF16-8D8F32512BDA}" dt="2026-10-12T16:32:54.701" v="3" actId="26606"/>
          <ac:spMkLst>
            <pc:docMk/>
            <pc:sldMk cId="906505971" sldId="301"/>
            <ac:spMk id="2" creationId="{D8569675-FB9E-B3B3-EB79-08C15CDD0864}"/>
          </ac:spMkLst>
        </pc:spChg>
        <pc:spChg chg="mod">
          <ac:chgData name="Maarit Vilen" userId="1d8fa391c1802032" providerId="LiveId" clId="{0F989585-313F-42DC-BF16-8D8F32512BDA}" dt="2026-10-13T11:21:00.294" v="13" actId="26606"/>
          <ac:spMkLst>
            <pc:docMk/>
            <pc:sldMk cId="906505971" sldId="301"/>
            <ac:spMk id="3" creationId="{3DC28FA3-778B-E06C-61FC-5088071CA755}"/>
          </ac:spMkLst>
        </pc:spChg>
        <pc:spChg chg="add">
          <ac:chgData name="Maarit Vilen" userId="1d8fa391c1802032" providerId="LiveId" clId="{0F989585-313F-42DC-BF16-8D8F32512BDA}" dt="2026-10-13T11:36:04.045" v="153" actId="26606"/>
          <ac:spMkLst>
            <pc:docMk/>
            <pc:sldMk cId="906505971" sldId="301"/>
            <ac:spMk id="9" creationId="{00000000-0000-0000-0000-000000000000}"/>
          </ac:spMkLst>
        </pc:spChg>
        <pc:picChg chg="add">
          <ac:chgData name="Maarit Vilen" userId="1d8fa391c1802032" providerId="LiveId" clId="{0F989585-313F-42DC-BF16-8D8F32512BDA}" dt="2026-10-12T16:32:54.701" v="3" actId="26606"/>
          <ac:picMkLst>
            <pc:docMk/>
            <pc:sldMk cId="906505971" sldId="301"/>
            <ac:picMk id="8" creationId="{00000000-0000-0000-0000-000000000000}"/>
          </ac:picMkLst>
        </pc:picChg>
      </pc:sldChg>
      <pc:sldChg chg="addSp mod modNotes">
        <pc:chgData name="Maarit Vilen" userId="1d8fa391c1802032" providerId="LiveId" clId="{0F989585-313F-42DC-BF16-8D8F32512BDA}" dt="2026-10-13T11:36:04.045" v="153" actId="26606"/>
        <pc:sldMkLst>
          <pc:docMk/>
          <pc:sldMk cId="1497814266" sldId="305"/>
        </pc:sldMkLst>
        <pc:spChg chg="add">
          <ac:chgData name="Maarit Vilen" userId="1d8fa391c1802032" providerId="LiveId" clId="{0F989585-313F-42DC-BF16-8D8F32512BDA}" dt="2026-10-13T11:36:04.045" v="153" actId="26606"/>
          <ac:spMkLst>
            <pc:docMk/>
            <pc:sldMk cId="1497814266" sldId="305"/>
            <ac:spMk id="12" creationId="{00000000-0000-0000-0000-000000000000}"/>
          </ac:spMkLst>
        </pc:spChg>
        <pc:grpChg chg="add">
          <ac:chgData name="Maarit Vilen" userId="1d8fa391c1802032" providerId="LiveId" clId="{0F989585-313F-42DC-BF16-8D8F32512BDA}" dt="2026-10-12T16:24:02.889" v="1" actId="26606"/>
          <ac:grpSpMkLst>
            <pc:docMk/>
            <pc:sldMk cId="1497814266" sldId="305"/>
            <ac:grpSpMk id="8" creationId="{00000000-0000-0000-0000-000000000000}"/>
          </ac:grpSpMkLst>
        </pc:grpChg>
        <pc:picChg chg="add">
          <ac:chgData name="Maarit Vilen" userId="1d8fa391c1802032" providerId="LiveId" clId="{0F989585-313F-42DC-BF16-8D8F32512BDA}" dt="2026-10-12T16:24:02.889" v="1" actId="26606"/>
          <ac:picMkLst>
            <pc:docMk/>
            <pc:sldMk cId="1497814266" sldId="305"/>
            <ac:picMk id="7" creationId="{00000000-0000-0000-0000-000000000000}"/>
          </ac:picMkLst>
        </pc:picChg>
      </pc:sldChg>
      <pc:sldChg chg="addSp modSp mod modNotes">
        <pc:chgData name="Maarit Vilen" userId="1d8fa391c1802032" providerId="LiveId" clId="{0F989585-313F-42DC-BF16-8D8F32512BDA}" dt="2026-10-13T12:08:58.231" v="377" actId="6549"/>
        <pc:sldMkLst>
          <pc:docMk/>
          <pc:sldMk cId="580857304" sldId="306"/>
        </pc:sldMkLst>
        <pc:spChg chg="mod">
          <ac:chgData name="Maarit Vilen" userId="1d8fa391c1802032" providerId="LiveId" clId="{0F989585-313F-42DC-BF16-8D8F32512BDA}" dt="2026-10-12T16:32:54.701" v="3" actId="26606"/>
          <ac:spMkLst>
            <pc:docMk/>
            <pc:sldMk cId="580857304" sldId="306"/>
            <ac:spMk id="2" creationId="{F64097EE-7193-519E-CFCE-BB12A2D3F5A9}"/>
          </ac:spMkLst>
        </pc:spChg>
        <pc:spChg chg="mod">
          <ac:chgData name="Maarit Vilen" userId="1d8fa391c1802032" providerId="LiveId" clId="{0F989585-313F-42DC-BF16-8D8F32512BDA}" dt="2026-10-13T12:08:58.231" v="377" actId="6549"/>
          <ac:spMkLst>
            <pc:docMk/>
            <pc:sldMk cId="580857304" sldId="306"/>
            <ac:spMk id="3" creationId="{1CD39AAC-D8C6-83C4-E6EB-F1E4709E5AFD}"/>
          </ac:spMkLst>
        </pc:spChg>
        <pc:spChg chg="mod">
          <ac:chgData name="Maarit Vilen" userId="1d8fa391c1802032" providerId="LiveId" clId="{0F989585-313F-42DC-BF16-8D8F32512BDA}" dt="2026-10-12T16:32:54.701" v="3" actId="26606"/>
          <ac:spMkLst>
            <pc:docMk/>
            <pc:sldMk cId="580857304" sldId="306"/>
            <ac:spMk id="6" creationId="{8E2AE3E0-9318-16A3-7B65-4E50A1D891AD}"/>
          </ac:spMkLst>
        </pc:spChg>
        <pc:spChg chg="add">
          <ac:chgData name="Maarit Vilen" userId="1d8fa391c1802032" providerId="LiveId" clId="{0F989585-313F-42DC-BF16-8D8F32512BDA}" dt="2026-10-13T11:36:04.045" v="153" actId="26606"/>
          <ac:spMkLst>
            <pc:docMk/>
            <pc:sldMk cId="580857304" sldId="306"/>
            <ac:spMk id="9" creationId="{00000000-0000-0000-0000-000000000000}"/>
          </ac:spMkLst>
        </pc:spChg>
        <pc:picChg chg="add">
          <ac:chgData name="Maarit Vilen" userId="1d8fa391c1802032" providerId="LiveId" clId="{0F989585-313F-42DC-BF16-8D8F32512BDA}" dt="2026-10-12T16:32:54.701" v="3" actId="26606"/>
          <ac:picMkLst>
            <pc:docMk/>
            <pc:sldMk cId="580857304" sldId="306"/>
            <ac:picMk id="8" creationId="{00000000-0000-0000-0000-000000000000}"/>
          </ac:picMkLst>
        </pc:picChg>
      </pc:sldChg>
      <pc:sldChg chg="modSp mod">
        <pc:chgData name="Maarit Vilen" userId="1d8fa391c1802032" providerId="LiveId" clId="{0F989585-313F-42DC-BF16-8D8F32512BDA}" dt="2026-10-13T11:33:43.644" v="151" actId="20577"/>
        <pc:sldMkLst>
          <pc:docMk/>
          <pc:sldMk cId="3455216826" sldId="307"/>
        </pc:sldMkLst>
        <pc:spChg chg="mod">
          <ac:chgData name="Maarit Vilen" userId="1d8fa391c1802032" providerId="LiveId" clId="{0F989585-313F-42DC-BF16-8D8F32512BDA}" dt="2026-10-12T16:32:54.701" v="3" actId="26606"/>
          <ac:spMkLst>
            <pc:docMk/>
            <pc:sldMk cId="3455216826" sldId="307"/>
            <ac:spMk id="2" creationId="{A26DC647-EBBD-97E2-E0FE-2E7A110E05E0}"/>
          </ac:spMkLst>
        </pc:spChg>
        <pc:spChg chg="mod">
          <ac:chgData name="Maarit Vilen" userId="1d8fa391c1802032" providerId="LiveId" clId="{0F989585-313F-42DC-BF16-8D8F32512BDA}" dt="2026-10-13T11:33:43.644" v="151" actId="20577"/>
          <ac:spMkLst>
            <pc:docMk/>
            <pc:sldMk cId="3455216826" sldId="307"/>
            <ac:spMk id="3" creationId="{8A12D1D6-2262-7E27-80AC-6BAD1EC40948}"/>
          </ac:spMkLst>
        </pc:spChg>
        <pc:picChg chg="mod">
          <ac:chgData name="Maarit Vilen" userId="1d8fa391c1802032" providerId="LiveId" clId="{0F989585-313F-42DC-BF16-8D8F32512BDA}" dt="2026-10-12T16:32:54.701" v="3" actId="26606"/>
          <ac:picMkLst>
            <pc:docMk/>
            <pc:sldMk cId="3455216826" sldId="307"/>
            <ac:picMk id="14" creationId="{00656133-2AA3-BD79-6475-7C4D25B80084}"/>
          </ac:picMkLst>
        </pc:picChg>
      </pc:sldChg>
      <pc:sldChg chg="addSp modSp mod modNotes">
        <pc:chgData name="Maarit Vilen" userId="1d8fa391c1802032" providerId="LiveId" clId="{0F989585-313F-42DC-BF16-8D8F32512BDA}" dt="2026-10-13T11:36:04.045" v="153" actId="26606"/>
        <pc:sldMkLst>
          <pc:docMk/>
          <pc:sldMk cId="732904440" sldId="308"/>
        </pc:sldMkLst>
        <pc:spChg chg="mod">
          <ac:chgData name="Maarit Vilen" userId="1d8fa391c1802032" providerId="LiveId" clId="{0F989585-313F-42DC-BF16-8D8F32512BDA}" dt="2026-10-12T16:32:54.701" v="3" actId="26606"/>
          <ac:spMkLst>
            <pc:docMk/>
            <pc:sldMk cId="732904440" sldId="308"/>
            <ac:spMk id="2" creationId="{98D6F2ED-6B89-4CB4-BA75-3224D2ABB8B7}"/>
          </ac:spMkLst>
        </pc:spChg>
        <pc:spChg chg="mod">
          <ac:chgData name="Maarit Vilen" userId="1d8fa391c1802032" providerId="LiveId" clId="{0F989585-313F-42DC-BF16-8D8F32512BDA}" dt="2026-10-12T16:48:54.647" v="9" actId="26606"/>
          <ac:spMkLst>
            <pc:docMk/>
            <pc:sldMk cId="732904440" sldId="308"/>
            <ac:spMk id="3" creationId="{73A8C2A1-3EB3-9490-58D6-64DE1C4B4478}"/>
          </ac:spMkLst>
        </pc:spChg>
        <pc:spChg chg="add">
          <ac:chgData name="Maarit Vilen" userId="1d8fa391c1802032" providerId="LiveId" clId="{0F989585-313F-42DC-BF16-8D8F32512BDA}" dt="2026-10-13T11:36:04.045" v="153" actId="26606"/>
          <ac:spMkLst>
            <pc:docMk/>
            <pc:sldMk cId="732904440" sldId="308"/>
            <ac:spMk id="9" creationId="{00000000-0000-0000-0000-000000000000}"/>
          </ac:spMkLst>
        </pc:spChg>
        <pc:picChg chg="add">
          <ac:chgData name="Maarit Vilen" userId="1d8fa391c1802032" providerId="LiveId" clId="{0F989585-313F-42DC-BF16-8D8F32512BDA}" dt="2026-10-12T16:32:54.701" v="3" actId="26606"/>
          <ac:picMkLst>
            <pc:docMk/>
            <pc:sldMk cId="732904440" sldId="308"/>
            <ac:picMk id="8" creationId="{00000000-0000-0000-0000-000000000000}"/>
          </ac:picMkLst>
        </pc:picChg>
      </pc:sldChg>
      <pc:sldChg chg="addSp delSp modSp mod modNotes">
        <pc:chgData name="Maarit Vilen" userId="1d8fa391c1802032" providerId="LiveId" clId="{0F989585-313F-42DC-BF16-8D8F32512BDA}" dt="2026-10-13T11:36:04.045" v="153" actId="26606"/>
        <pc:sldMkLst>
          <pc:docMk/>
          <pc:sldMk cId="3077393843" sldId="309"/>
        </pc:sldMkLst>
        <pc:spChg chg="mod">
          <ac:chgData name="Maarit Vilen" userId="1d8fa391c1802032" providerId="LiveId" clId="{0F989585-313F-42DC-BF16-8D8F32512BDA}" dt="2026-10-12T16:32:54.701" v="3" actId="26606"/>
          <ac:spMkLst>
            <pc:docMk/>
            <pc:sldMk cId="3077393843" sldId="309"/>
            <ac:spMk id="2" creationId="{909EC75F-4AE6-E593-71BF-B8167BB338D5}"/>
          </ac:spMkLst>
        </pc:spChg>
        <pc:spChg chg="mod">
          <ac:chgData name="Maarit Vilen" userId="1d8fa391c1802032" providerId="LiveId" clId="{0F989585-313F-42DC-BF16-8D8F32512BDA}" dt="2026-10-13T11:33:32.188" v="144" actId="6549"/>
          <ac:spMkLst>
            <pc:docMk/>
            <pc:sldMk cId="3077393843" sldId="309"/>
            <ac:spMk id="3" creationId="{11893644-574F-0423-2D11-AE55441C2A3D}"/>
          </ac:spMkLst>
        </pc:spChg>
        <pc:spChg chg="add">
          <ac:chgData name="Maarit Vilen" userId="1d8fa391c1802032" providerId="LiveId" clId="{0F989585-313F-42DC-BF16-8D8F32512BDA}" dt="2026-10-12T16:36:20.834" v="5" actId="26606"/>
          <ac:spMkLst>
            <pc:docMk/>
            <pc:sldMk cId="3077393843" sldId="309"/>
            <ac:spMk id="14" creationId="{8E2AE3E0-9318-16A3-7B65-4E50A1D891AD}"/>
          </ac:spMkLst>
        </pc:spChg>
        <pc:spChg chg="add">
          <ac:chgData name="Maarit Vilen" userId="1d8fa391c1802032" providerId="LiveId" clId="{0F989585-313F-42DC-BF16-8D8F32512BDA}" dt="2026-10-13T11:36:04.045" v="153" actId="26606"/>
          <ac:spMkLst>
            <pc:docMk/>
            <pc:sldMk cId="3077393843" sldId="309"/>
            <ac:spMk id="16" creationId="{00000000-0000-0000-0000-000000000000}"/>
          </ac:spMkLst>
        </pc:spChg>
        <pc:picChg chg="add del mod replId">
          <ac:chgData name="Maarit Vilen" userId="1d8fa391c1802032" providerId="LiveId" clId="{0F989585-313F-42DC-BF16-8D8F32512BDA}" dt="2026-10-12T16:36:20.834" v="5" actId="26606"/>
          <ac:picMkLst>
            <pc:docMk/>
            <pc:sldMk cId="3077393843" sldId="309"/>
            <ac:picMk id="4" creationId="{25C6884F-111D-673F-C962-791EC5E9D606}"/>
          </ac:picMkLst>
        </pc:picChg>
        <pc:picChg chg="add">
          <ac:chgData name="Maarit Vilen" userId="1d8fa391c1802032" providerId="LiveId" clId="{0F989585-313F-42DC-BF16-8D8F32512BDA}" dt="2026-10-12T16:32:54.701" v="3" actId="26606"/>
          <ac:picMkLst>
            <pc:docMk/>
            <pc:sldMk cId="3077393843" sldId="309"/>
            <ac:picMk id="15" creationId="{00000000-0000-0000-0000-000000000000}"/>
          </ac:picMkLst>
        </pc:picChg>
      </pc:sldChg>
      <pc:sldChg chg="addSp modSp mod modNotes">
        <pc:chgData name="Maarit Vilen" userId="1d8fa391c1802032" providerId="LiveId" clId="{0F989585-313F-42DC-BF16-8D8F32512BDA}" dt="2026-10-13T11:46:36.883" v="246" actId="255"/>
        <pc:sldMkLst>
          <pc:docMk/>
          <pc:sldMk cId="781578129" sldId="310"/>
        </pc:sldMkLst>
        <pc:spChg chg="mod">
          <ac:chgData name="Maarit Vilen" userId="1d8fa391c1802032" providerId="LiveId" clId="{0F989585-313F-42DC-BF16-8D8F32512BDA}" dt="2026-10-13T11:46:36.883" v="246" actId="255"/>
          <ac:spMkLst>
            <pc:docMk/>
            <pc:sldMk cId="781578129" sldId="310"/>
            <ac:spMk id="2" creationId="{2956FB44-7374-81CF-97AF-C60AEAB75FDD}"/>
          </ac:spMkLst>
        </pc:spChg>
        <pc:spChg chg="mod">
          <ac:chgData name="Maarit Vilen" userId="1d8fa391c1802032" providerId="LiveId" clId="{0F989585-313F-42DC-BF16-8D8F32512BDA}" dt="2026-10-12T16:32:54.701" v="3" actId="26606"/>
          <ac:spMkLst>
            <pc:docMk/>
            <pc:sldMk cId="781578129" sldId="310"/>
            <ac:spMk id="7" creationId="{166E1DDA-A3A1-5066-CAE5-4ACC95A98EBA}"/>
          </ac:spMkLst>
        </pc:spChg>
        <pc:spChg chg="add">
          <ac:chgData name="Maarit Vilen" userId="1d8fa391c1802032" providerId="LiveId" clId="{0F989585-313F-42DC-BF16-8D8F32512BDA}" dt="2026-10-13T11:36:04.045" v="153" actId="26606"/>
          <ac:spMkLst>
            <pc:docMk/>
            <pc:sldMk cId="781578129" sldId="310"/>
            <ac:spMk id="10" creationId="{00000000-0000-0000-0000-000000000000}"/>
          </ac:spMkLst>
        </pc:spChg>
        <pc:picChg chg="mod">
          <ac:chgData name="Maarit Vilen" userId="1d8fa391c1802032" providerId="LiveId" clId="{0F989585-313F-42DC-BF16-8D8F32512BDA}" dt="2026-10-12T16:32:54.701" v="3" actId="26606"/>
          <ac:picMkLst>
            <pc:docMk/>
            <pc:sldMk cId="781578129" sldId="310"/>
            <ac:picMk id="9" creationId="{974F52F4-0E95-F024-3C30-00E67F9A0977}"/>
          </ac:picMkLst>
        </pc:picChg>
      </pc:sldChg>
      <pc:sldChg chg="new del">
        <pc:chgData name="Maarit Vilen" userId="1d8fa391c1802032" providerId="LiveId" clId="{0F989585-313F-42DC-BF16-8D8F32512BDA}" dt="2026-10-13T11:32:10.612" v="18" actId="2696"/>
        <pc:sldMkLst>
          <pc:docMk/>
          <pc:sldMk cId="2648949152" sldId="311"/>
        </pc:sldMkLst>
      </pc:sldChg>
      <pc:sldMasterChg chg="add modSldLayout sldLayoutOrd">
        <pc:chgData name="Maarit Vilen" userId="1d8fa391c1802032" providerId="LiveId" clId="{0F989585-313F-42DC-BF16-8D8F32512BDA}" dt="2026-10-13T11:36:04.045" v="153" actId="26606"/>
        <pc:sldMasterMkLst>
          <pc:docMk/>
          <pc:sldMasterMk cId="0" sldId="2147483651"/>
        </pc:sldMasterMkLst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675444441" sldId="2147483667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675444441" sldId="2147483667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675444441" sldId="2147483667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675444441" sldId="2147483667"/>
              <ac:spMk id="5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675444441" sldId="2147483667"/>
              <ac:spMk id="7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675444441" sldId="2147483667"/>
              <ac:spMk id="13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3756515353" sldId="2147483669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3756515353" sldId="2147483669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3756515353" sldId="2147483669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3756515353" sldId="2147483669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3756515353" sldId="2147483669"/>
              <ac:spMk id="7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3756515353" sldId="2147483669"/>
              <ac:spMk id="11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3756515353" sldId="2147483669"/>
              <ac:spMk id="13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747968994" sldId="2147483670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747968994" sldId="2147483670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747968994" sldId="2147483670"/>
              <ac:spMk id="6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747968994" sldId="2147483670"/>
              <ac:spMk id="7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747968994" sldId="2147483670"/>
              <ac:spMk id="1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747968994" sldId="2147483670"/>
              <ac:spMk id="1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747968994" sldId="2147483670"/>
              <ac:spMk id="13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4080302261" sldId="2147483678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080302261" sldId="2147483678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080302261" sldId="2147483678"/>
              <ac:spMk id="6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080302261" sldId="2147483678"/>
              <ac:spMk id="7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080302261" sldId="2147483678"/>
              <ac:spMk id="1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080302261" sldId="2147483678"/>
              <ac:spMk id="1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080302261" sldId="2147483678"/>
              <ac:spMk id="1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080302261" sldId="2147483678"/>
              <ac:spMk id="15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2405069423" sldId="2147483680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405069423" sldId="2147483680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405069423" sldId="2147483680"/>
              <ac:spMk id="6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405069423" sldId="2147483680"/>
              <ac:spMk id="7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405069423" sldId="2147483680"/>
              <ac:spMk id="1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405069423" sldId="2147483680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134944570" sldId="2147483681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34944570" sldId="2147483681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34944570" sldId="2147483681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34944570" sldId="2147483681"/>
              <ac:spMk id="7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34944570" sldId="2147483681"/>
              <ac:spMk id="1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34944570" sldId="2147483681"/>
              <ac:spMk id="13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169041325" sldId="2147483683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69041325" sldId="2147483683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69041325" sldId="2147483683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69041325" sldId="2147483683"/>
              <ac:spMk id="6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69041325" sldId="2147483683"/>
              <ac:spMk id="7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2864294632" sldId="2147483684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864294632" sldId="2147483684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864294632" sldId="2147483684"/>
              <ac:spMk id="6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864294632" sldId="2147483684"/>
              <ac:spMk id="7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864294632" sldId="2147483684"/>
              <ac:spMk id="1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864294632" sldId="2147483684"/>
              <ac:spMk id="12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589275540" sldId="2147483695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589275540" sldId="2147483695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589275540" sldId="2147483695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589275540" sldId="2147483695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589275540" sldId="2147483695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589275540" sldId="2147483695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190683539" sldId="2147483696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90683539" sldId="2147483696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90683539" sldId="2147483696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90683539" sldId="2147483696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90683539" sldId="2147483696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90683539" sldId="2147483696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3101750019" sldId="2147483698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3101750019" sldId="2147483698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3101750019" sldId="2147483698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3101750019" sldId="2147483698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3101750019" sldId="2147483698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3101750019" sldId="2147483698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721392879" sldId="2147483699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721392879" sldId="2147483699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721392879" sldId="2147483699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721392879" sldId="2147483699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721392879" sldId="2147483699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721392879" sldId="2147483699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1127753636" sldId="2147483700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127753636" sldId="2147483700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127753636" sldId="2147483700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127753636" sldId="2147483700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127753636" sldId="2147483700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127753636" sldId="2147483700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473789879" sldId="2147483701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73789879" sldId="2147483701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73789879" sldId="2147483701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73789879" sldId="2147483701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73789879" sldId="2147483701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73789879" sldId="2147483701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62571289" sldId="2147483702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62571289" sldId="2147483702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62571289" sldId="2147483702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62571289" sldId="2147483702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62571289" sldId="2147483702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62571289" sldId="2147483702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4280857499" sldId="2147483703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280857499" sldId="2147483703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280857499" sldId="2147483703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280857499" sldId="2147483703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280857499" sldId="2147483703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280857499" sldId="2147483703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3110689071" sldId="2147483704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3110689071" sldId="2147483704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3110689071" sldId="2147483704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3110689071" sldId="2147483704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3110689071" sldId="2147483704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3110689071" sldId="2147483704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1514674485" sldId="2147483705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514674485" sldId="2147483705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514674485" sldId="2147483705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514674485" sldId="2147483705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514674485" sldId="2147483705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514674485" sldId="2147483705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443312059" sldId="2147483708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43312059" sldId="2147483708"/>
              <ac:spMk id="3" creationId="{5A718B7F-5F85-C28A-C408-6732339FAD1C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43312059" sldId="2147483708"/>
              <ac:spMk id="18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43312059" sldId="2147483708"/>
              <ac:spMk id="19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43312059" sldId="2147483708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43312059" sldId="2147483708"/>
              <ac:spMk id="21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443312059" sldId="2147483708"/>
              <ac:spMk id="22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1461847267" sldId="2147483709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461847267" sldId="2147483709"/>
              <ac:spMk id="18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461847267" sldId="2147483709"/>
              <ac:spMk id="19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461847267" sldId="2147483709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461847267" sldId="2147483709"/>
              <ac:spMk id="21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461847267" sldId="2147483709"/>
              <ac:spMk id="22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2949201450" sldId="2147483711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949201450" sldId="2147483711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949201450" sldId="2147483711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949201450" sldId="2147483711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949201450" sldId="2147483711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949201450" sldId="2147483711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1774160983" sldId="2147483712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774160983" sldId="2147483712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774160983" sldId="2147483712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774160983" sldId="2147483712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774160983" sldId="2147483712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774160983" sldId="2147483712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2798357988" sldId="2147483713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798357988" sldId="2147483713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798357988" sldId="2147483713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798357988" sldId="2147483713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798357988" sldId="2147483713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2798357988" sldId="2147483713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3T11:36:04.045" v="153" actId="26606"/>
          <pc:sldLayoutMkLst>
            <pc:docMk/>
            <pc:sldMasterMk cId="0" sldId="2147483651"/>
            <pc:sldLayoutMk cId="196217069" sldId="2147483714"/>
          </pc:sldLayoutMkLst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96217069" sldId="2147483714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96217069" sldId="2147483714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96217069" sldId="2147483714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96217069" sldId="2147483714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3T11:36:04.045" v="153" actId="26606"/>
            <ac:spMkLst>
              <pc:docMk/>
              <pc:sldMasterMk cId="0" sldId="2147483651"/>
              <pc:sldLayoutMk cId="196217069" sldId="2147483714"/>
              <ac:spMk id="43011" creationId="{00000000-0000-0000-0000-000000000000}"/>
            </ac:spMkLst>
          </pc:spChg>
        </pc:sldLayoutChg>
      </pc:sldMasterChg>
      <pc:sldMasterChg chg="add del replId modSldLayout sldLayoutOrd">
        <pc:chgData name="Maarit Vilen" userId="1d8fa391c1802032" providerId="LiveId" clId="{0F989585-313F-42DC-BF16-8D8F32512BDA}" dt="2026-10-13T11:21:00.294" v="13" actId="26606"/>
        <pc:sldMasterMkLst>
          <pc:docMk/>
          <pc:sldMasterMk cId="0" sldId="2147483715"/>
        </pc:sldMasterMkLst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675444441" sldId="2147483667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675444441" sldId="2147483667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675444441" sldId="2147483667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675444441" sldId="2147483667"/>
              <ac:spMk id="5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675444441" sldId="2147483667"/>
              <ac:spMk id="7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675444441" sldId="2147483667"/>
              <ac:spMk id="13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3756515353" sldId="2147483669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3756515353" sldId="2147483669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3756515353" sldId="2147483669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3756515353" sldId="2147483669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3756515353" sldId="2147483669"/>
              <ac:spMk id="7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3756515353" sldId="2147483669"/>
              <ac:spMk id="11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3756515353" sldId="2147483669"/>
              <ac:spMk id="13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747968994" sldId="2147483670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747968994" sldId="2147483670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747968994" sldId="2147483670"/>
              <ac:spMk id="6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747968994" sldId="2147483670"/>
              <ac:spMk id="7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747968994" sldId="2147483670"/>
              <ac:spMk id="1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747968994" sldId="2147483670"/>
              <ac:spMk id="1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747968994" sldId="2147483670"/>
              <ac:spMk id="13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4080302261" sldId="2147483678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080302261" sldId="2147483678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080302261" sldId="2147483678"/>
              <ac:spMk id="6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080302261" sldId="2147483678"/>
              <ac:spMk id="7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080302261" sldId="2147483678"/>
              <ac:spMk id="1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080302261" sldId="2147483678"/>
              <ac:spMk id="1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080302261" sldId="2147483678"/>
              <ac:spMk id="1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080302261" sldId="2147483678"/>
              <ac:spMk id="15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2405069423" sldId="2147483680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405069423" sldId="2147483680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405069423" sldId="2147483680"/>
              <ac:spMk id="6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405069423" sldId="2147483680"/>
              <ac:spMk id="7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405069423" sldId="2147483680"/>
              <ac:spMk id="1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405069423" sldId="2147483680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134944570" sldId="2147483681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34944570" sldId="2147483681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34944570" sldId="2147483681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34944570" sldId="2147483681"/>
              <ac:spMk id="7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34944570" sldId="2147483681"/>
              <ac:spMk id="1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34944570" sldId="2147483681"/>
              <ac:spMk id="13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169041325" sldId="2147483683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69041325" sldId="2147483683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69041325" sldId="2147483683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69041325" sldId="2147483683"/>
              <ac:spMk id="6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69041325" sldId="2147483683"/>
              <ac:spMk id="7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2864294632" sldId="2147483684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864294632" sldId="2147483684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864294632" sldId="2147483684"/>
              <ac:spMk id="6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864294632" sldId="2147483684"/>
              <ac:spMk id="7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864294632" sldId="2147483684"/>
              <ac:spMk id="1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864294632" sldId="2147483684"/>
              <ac:spMk id="12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589275540" sldId="2147483695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589275540" sldId="2147483695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589275540" sldId="2147483695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589275540" sldId="2147483695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589275540" sldId="2147483695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589275540" sldId="2147483695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190683539" sldId="2147483696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90683539" sldId="2147483696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90683539" sldId="2147483696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90683539" sldId="2147483696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90683539" sldId="2147483696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90683539" sldId="2147483696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3101750019" sldId="2147483698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3101750019" sldId="2147483698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3101750019" sldId="2147483698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3101750019" sldId="2147483698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3101750019" sldId="2147483698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3101750019" sldId="2147483698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721392879" sldId="2147483699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721392879" sldId="2147483699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721392879" sldId="2147483699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721392879" sldId="2147483699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721392879" sldId="2147483699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721392879" sldId="2147483699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1127753636" sldId="2147483700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127753636" sldId="2147483700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127753636" sldId="2147483700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127753636" sldId="2147483700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127753636" sldId="2147483700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127753636" sldId="2147483700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473789879" sldId="2147483701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73789879" sldId="2147483701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73789879" sldId="2147483701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73789879" sldId="2147483701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73789879" sldId="2147483701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73789879" sldId="2147483701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62571289" sldId="2147483702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62571289" sldId="2147483702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62571289" sldId="2147483702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62571289" sldId="2147483702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62571289" sldId="2147483702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62571289" sldId="2147483702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4280857499" sldId="2147483703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280857499" sldId="2147483703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280857499" sldId="2147483703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280857499" sldId="2147483703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280857499" sldId="2147483703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280857499" sldId="2147483703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3110689071" sldId="2147483704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3110689071" sldId="2147483704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3110689071" sldId="2147483704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3110689071" sldId="2147483704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3110689071" sldId="2147483704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3110689071" sldId="2147483704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1514674485" sldId="2147483705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514674485" sldId="2147483705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514674485" sldId="2147483705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514674485" sldId="2147483705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514674485" sldId="2147483705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514674485" sldId="2147483705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443312059" sldId="2147483708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43312059" sldId="2147483708"/>
              <ac:spMk id="3" creationId="{5A718B7F-5F85-C28A-C408-6732339FAD1C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43312059" sldId="2147483708"/>
              <ac:spMk id="18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43312059" sldId="2147483708"/>
              <ac:spMk id="19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43312059" sldId="2147483708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43312059" sldId="2147483708"/>
              <ac:spMk id="21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443312059" sldId="2147483708"/>
              <ac:spMk id="22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1461847267" sldId="2147483709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461847267" sldId="2147483709"/>
              <ac:spMk id="18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461847267" sldId="2147483709"/>
              <ac:spMk id="19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461847267" sldId="2147483709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461847267" sldId="2147483709"/>
              <ac:spMk id="21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461847267" sldId="2147483709"/>
              <ac:spMk id="22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2949201450" sldId="2147483711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949201450" sldId="2147483711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949201450" sldId="2147483711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949201450" sldId="2147483711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949201450" sldId="2147483711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949201450" sldId="2147483711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1774160983" sldId="2147483712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774160983" sldId="2147483712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774160983" sldId="2147483712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774160983" sldId="2147483712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774160983" sldId="2147483712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774160983" sldId="2147483712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2798357988" sldId="2147483713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798357988" sldId="2147483713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798357988" sldId="2147483713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798357988" sldId="2147483713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798357988" sldId="2147483713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2798357988" sldId="2147483713"/>
              <ac:spMk id="43011" creationId="{00000000-0000-0000-0000-000000000000}"/>
            </ac:spMkLst>
          </pc:spChg>
        </pc:sldLayoutChg>
        <pc:sldLayoutChg chg="modSp mod ord">
          <pc:chgData name="Maarit Vilen" userId="1d8fa391c1802032" providerId="LiveId" clId="{0F989585-313F-42DC-BF16-8D8F32512BDA}" dt="2026-10-12T16:52:03.018" v="11" actId="26606"/>
          <pc:sldLayoutMkLst>
            <pc:docMk/>
            <pc:sldMasterMk cId="0" sldId="2147483651"/>
            <pc:sldLayoutMk cId="196217069" sldId="2147483714"/>
          </pc:sldLayoutMkLst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96217069" sldId="2147483714"/>
              <ac:spMk id="2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96217069" sldId="2147483714"/>
              <ac:spMk id="3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96217069" sldId="2147483714"/>
              <ac:spMk id="4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96217069" sldId="2147483714"/>
              <ac:spMk id="20" creationId="{00000000-0000-0000-0000-000000000000}"/>
            </ac:spMkLst>
          </pc:spChg>
          <pc:spChg chg="mod">
            <ac:chgData name="Maarit Vilen" userId="1d8fa391c1802032" providerId="LiveId" clId="{0F989585-313F-42DC-BF16-8D8F32512BDA}" dt="2026-10-12T16:52:03.018" v="11" actId="26606"/>
            <ac:spMkLst>
              <pc:docMk/>
              <pc:sldMasterMk cId="0" sldId="2147483651"/>
              <pc:sldLayoutMk cId="196217069" sldId="2147483714"/>
              <ac:spMk id="43011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smtClean="0"/>
            </a:lvl1pPr>
          </a:lstStyle>
          <a:p>
            <a:pPr>
              <a:defRPr/>
            </a:pPr>
            <a:fld id="{86D4800B-8753-3B4F-97ED-321E73BD7EDB}" type="datetimeFigureOut">
              <a:rPr lang="fi-FI"/>
              <a:pPr>
                <a:defRPr/>
              </a:pPr>
              <a:t>14.10.2026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8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800" smtClean="0"/>
            </a:lvl1pPr>
          </a:lstStyle>
          <a:p>
            <a:pPr>
              <a:defRPr/>
            </a:pPr>
            <a:fld id="{2AEE3D99-5224-E842-A8E5-E1EB0FE635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891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253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Background: AI-generated conceptual illustration, 12 October 2026. Not an actual event.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Illustration: AI-generated, 12 October 2026. Conceptual illustration, not an actual event, document, or data visualization.</a:t>
            </a:r>
          </a:p>
          <a:p>
            <a:r>
              <a:rPr dirty="0"/>
              <a:t>[/Sources]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Illustration: AI-generated, 12 October 2026. Conceptual illustration, not an actual event, document, or data visualization.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Illustration: AI-generated, 12 October 2026. Conceptual illustration, not an actual event, document, or data visualization.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Illustration: AI-generated, 12 October 2026. Conceptual illustration, not an actual event, document, or data visualization.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Illustration: AI-generated, 12 October 2026. Conceptual illustration, not an actual event, document, or data visualization.</a:t>
            </a:r>
          </a:p>
          <a:p>
            <a:r>
              <a:rPr dirty="0"/>
              <a:t>[/Sources]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City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äivämäärän paikkamerkki 1"/>
          <p:cNvSpPr>
            <a:spLocks noGrp="1"/>
          </p:cNvSpPr>
          <p:nvPr>
            <p:ph type="dt" sz="half" idx="14"/>
          </p:nvPr>
        </p:nvSpPr>
        <p:spPr>
          <a:xfrm>
            <a:off x="10261600" y="6189117"/>
            <a:ext cx="914400" cy="576000"/>
          </a:xfrm>
        </p:spPr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19" name="Alatunnisteen paikkamerkki 2"/>
          <p:cNvSpPr>
            <a:spLocks noGrp="1"/>
          </p:cNvSpPr>
          <p:nvPr>
            <p:ph type="ftr" sz="quarter" idx="15"/>
          </p:nvPr>
        </p:nvSpPr>
        <p:spPr>
          <a:xfrm>
            <a:off x="6768000" y="6189217"/>
            <a:ext cx="3744000" cy="576000"/>
          </a:xfr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20" name="Dian numeron paikkamerkki 3"/>
          <p:cNvSpPr>
            <a:spLocks noGrp="1"/>
          </p:cNvSpPr>
          <p:nvPr>
            <p:ph type="sldNum" sz="quarter" idx="16"/>
          </p:nvPr>
        </p:nvSpPr>
        <p:spPr>
          <a:xfrm>
            <a:off x="11176000" y="6189117"/>
            <a:ext cx="680640" cy="576000"/>
          </a:xfr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5" name="Picture 4" descr="A group of people posing for a picture&#10;&#10;Description automatically generated">
            <a:extLst>
              <a:ext uri="{FF2B5EF4-FFF2-40B4-BE49-F238E27FC236}">
                <a16:creationId xmlns:a16="http://schemas.microsoft.com/office/drawing/2014/main" id="{78F29810-48EA-1212-7DFB-9D26A5F0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645" y="188640"/>
            <a:ext cx="11742710" cy="5941506"/>
          </a:xfrm>
          <a:prstGeom prst="rect">
            <a:avLst/>
          </a:prstGeom>
        </p:spPr>
      </p:pic>
      <p:sp>
        <p:nvSpPr>
          <p:cNvPr id="21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31355" y="3573016"/>
            <a:ext cx="11736000" cy="872510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14400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5A718B7F-5F85-C28A-C408-6732339FAD1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260350"/>
            <a:ext cx="2881312" cy="2376488"/>
          </a:xfrm>
        </p:spPr>
        <p:txBody>
          <a:bodyPr/>
          <a:lstStyle>
            <a:lvl1pPr marL="0" indent="0" algn="ctr">
              <a:spcAft>
                <a:spcPts val="0"/>
              </a:spcAft>
              <a:defRPr sz="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i-FI" dirty="0"/>
              <a:t> </a:t>
            </a:r>
          </a:p>
        </p:txBody>
      </p:sp>
      <p:grpSp>
        <p:nvGrpSpPr>
          <p:cNvPr id="4" name="Ryhmä 3">
            <a:extLst>
              <a:ext uri="{FF2B5EF4-FFF2-40B4-BE49-F238E27FC236}">
                <a16:creationId xmlns:a16="http://schemas.microsoft.com/office/drawing/2014/main" id="{1F4DB45D-291F-AE0F-0E52-9E5ECB4F329E}"/>
              </a:ext>
            </a:extLst>
          </p:cNvPr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C5E464-2B61-CA3A-2E26-A5E8604A4DD8}"/>
                </a:ext>
              </a:extLst>
            </p:cNvPr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BD8BA1-D95E-F112-7435-4891AA53C645}"/>
                </a:ext>
              </a:extLst>
            </p:cNvPr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3F1C90A-3A3C-B9BB-741C-82A0C000FAFC}"/>
                </a:ext>
              </a:extLst>
            </p:cNvPr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</p:spTree>
    <p:extLst>
      <p:ext uri="{BB962C8B-B14F-4D97-AF65-F5344CB8AC3E}">
        <p14:creationId xmlns:p14="http://schemas.microsoft.com/office/powerpoint/2010/main" val="443312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Viik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6" name="Picture 5" descr="A person and person standing in a garden&#10;&#10;Description automatically generated">
            <a:extLst>
              <a:ext uri="{FF2B5EF4-FFF2-40B4-BE49-F238E27FC236}">
                <a16:creationId xmlns:a16="http://schemas.microsoft.com/office/drawing/2014/main" id="{C765EE3F-5D64-5397-B54A-6F89F9D38C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194" y="188640"/>
            <a:ext cx="11736000" cy="5938112"/>
          </a:xfrm>
          <a:prstGeom prst="rect">
            <a:avLst/>
          </a:prstGeom>
        </p:spPr>
      </p:pic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2949201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Kumpula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äivämäärän paikkamerkki 1"/>
          <p:cNvSpPr>
            <a:spLocks noGrp="1"/>
          </p:cNvSpPr>
          <p:nvPr>
            <p:ph type="dt" sz="half" idx="14"/>
          </p:nvPr>
        </p:nvSpPr>
        <p:spPr>
          <a:xfrm>
            <a:off x="10261600" y="6189117"/>
            <a:ext cx="914400" cy="576000"/>
          </a:xfrm>
        </p:spPr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19" name="Alatunnisteen paikkamerkki 2"/>
          <p:cNvSpPr>
            <a:spLocks noGrp="1"/>
          </p:cNvSpPr>
          <p:nvPr>
            <p:ph type="ftr" sz="quarter" idx="15"/>
          </p:nvPr>
        </p:nvSpPr>
        <p:spPr>
          <a:xfrm>
            <a:off x="6768000" y="6189217"/>
            <a:ext cx="3744000" cy="576000"/>
          </a:xfr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20" name="Dian numeron paikkamerkki 3"/>
          <p:cNvSpPr>
            <a:spLocks noGrp="1"/>
          </p:cNvSpPr>
          <p:nvPr>
            <p:ph type="sldNum" sz="quarter" idx="16"/>
          </p:nvPr>
        </p:nvSpPr>
        <p:spPr>
          <a:xfrm>
            <a:off x="11176000" y="6189117"/>
            <a:ext cx="680640" cy="576000"/>
          </a:xfr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3" name="Picture 2" descr="A group of people standing on a deck&#10;&#10;Description automatically generated">
            <a:extLst>
              <a:ext uri="{FF2B5EF4-FFF2-40B4-BE49-F238E27FC236}">
                <a16:creationId xmlns:a16="http://schemas.microsoft.com/office/drawing/2014/main" id="{38B7624C-6043-308B-D01E-EF7B60C335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355" y="188640"/>
            <a:ext cx="11729290" cy="5934717"/>
          </a:xfrm>
          <a:prstGeom prst="rect">
            <a:avLst/>
          </a:prstGeom>
        </p:spPr>
      </p:pic>
      <p:grpSp>
        <p:nvGrpSpPr>
          <p:cNvPr id="23" name="Ryhmä 11"/>
          <p:cNvGrpSpPr/>
          <p:nvPr userDrawn="1"/>
        </p:nvGrpSpPr>
        <p:grpSpPr bwMode="white">
          <a:xfrm>
            <a:off x="292432" y="2606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24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5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6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1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31355" y="3410949"/>
            <a:ext cx="11736000" cy="872510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14400" y="5152286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1461847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Meilah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6" name="Picture 5" descr="A person and person standing in a hallway&#10;&#10;Description automatically generated">
            <a:extLst>
              <a:ext uri="{FF2B5EF4-FFF2-40B4-BE49-F238E27FC236}">
                <a16:creationId xmlns:a16="http://schemas.microsoft.com/office/drawing/2014/main" id="{C166B75B-41FD-8273-9592-407D277F28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000" y="188640"/>
            <a:ext cx="11755842" cy="5948151"/>
          </a:xfrm>
          <a:prstGeom prst="rect">
            <a:avLst/>
          </a:prstGeom>
        </p:spPr>
      </p:pic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589275540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slide Main bui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6000" y="231596"/>
            <a:ext cx="11736000" cy="5933708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1774160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slide Viikki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998" y="231696"/>
            <a:ext cx="11736000" cy="5933608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190683539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Tiedekul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000" y="207681"/>
            <a:ext cx="11736000" cy="5944036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3101750019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Kump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340" y="207479"/>
            <a:ext cx="11736000" cy="5945097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72139287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Library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999" y="207479"/>
            <a:ext cx="11736058" cy="5944237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1127753636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slide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1342" y="207580"/>
            <a:ext cx="11742657" cy="5944137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62571289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Tiedekulma n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10.jpg" descr="10.jpg"/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7999" y="207479"/>
            <a:ext cx="11736000" cy="5944237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473789879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slide Tiedekulma n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5000" y="188640"/>
            <a:ext cx="11739000" cy="5976664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4280857499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slide Tiedekulma n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9096" y="188640"/>
            <a:ext cx="11711538" cy="5976664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31106890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slide Tiedekulma n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9096" y="188640"/>
            <a:ext cx="11711538" cy="5976664"/>
          </a:xfrm>
          <a:prstGeom prst="rect">
            <a:avLst/>
          </a:prstGeom>
        </p:spPr>
      </p:pic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1514674485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7" hasCustomPrompt="1"/>
          </p:nvPr>
        </p:nvSpPr>
        <p:spPr>
          <a:xfrm>
            <a:off x="226800" y="226800"/>
            <a:ext cx="11736000" cy="59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1800000" anchor="t" anchorCtr="1"/>
          <a:lstStyle>
            <a:lvl1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100000"/>
              <a:buFontTx/>
              <a:buNone/>
              <a:tabLst/>
              <a:defRPr sz="3200" b="1">
                <a:solidFill>
                  <a:srgbClr val="00B0F0"/>
                </a:solidFill>
              </a:defRPr>
            </a:lvl1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100000"/>
              <a:buFontTx/>
              <a:buNone/>
              <a:tabLst/>
              <a:defRPr/>
            </a:pPr>
            <a:r>
              <a:rPr lang="en-US" dirty="0"/>
              <a:t>CLICK ICON TO ADD PICTURE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ctrTitle"/>
          </p:nvPr>
        </p:nvSpPr>
        <p:spPr>
          <a:xfrm>
            <a:off x="228000" y="3420000"/>
            <a:ext cx="11736000" cy="972217"/>
          </a:xfrm>
          <a:prstGeom prst="rect">
            <a:avLst/>
          </a:prstGeom>
          <a:noFill/>
        </p:spPr>
        <p:txBody>
          <a:bodyPr tIns="252000" bIns="36000" anchor="t" anchorCtr="0">
            <a:spAutoFit/>
          </a:bodyPr>
          <a:lstStyle>
            <a:lvl1pPr algn="ctr">
              <a:lnSpc>
                <a:spcPct val="82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/>
              <a:t>Muokkaa ots. perustyyl. napsautt.</a:t>
            </a:r>
            <a:endParaRPr lang="fi-FI" noProof="0" dirty="0"/>
          </a:p>
        </p:txBody>
      </p:sp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>
          <a:xfrm>
            <a:off x="10261600" y="6189117"/>
            <a:ext cx="91440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785DCF2-BC03-4AAE-A835-57E4F208A97E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5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6"/>
          </p:nvPr>
        </p:nvSpPr>
        <p:spPr>
          <a:xfrm>
            <a:off x="11176000" y="6189117"/>
            <a:ext cx="68064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294632"/>
      </p:ext>
    </p:extLst>
  </p:cSld>
  <p:clrMapOvr>
    <a:masterClrMapping/>
  </p:clrMapOvr>
  <p:transition spd="slow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Kuva 24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" b="3125"/>
          <a:stretch/>
        </p:blipFill>
        <p:spPr bwMode="ltGray">
          <a:xfrm>
            <a:off x="338667" y="254000"/>
            <a:ext cx="11514667" cy="5905500"/>
          </a:xfrm>
          <a:prstGeom prst="rect">
            <a:avLst/>
          </a:prstGeom>
        </p:spPr>
      </p:pic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14400" y="4509120"/>
            <a:ext cx="10363200" cy="13716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  <p:sp>
        <p:nvSpPr>
          <p:cNvPr id="13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914400" y="2996952"/>
            <a:ext cx="10363200" cy="1296144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82000"/>
              </a:lnSpc>
              <a:defRPr sz="4800"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>
          <a:xfrm>
            <a:off x="10261600" y="6189117"/>
            <a:ext cx="91440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FC139DF-555F-4884-A52D-5104D268AD44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>
          <a:xfrm>
            <a:off x="11176000" y="6189117"/>
            <a:ext cx="68064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7" name="Ryhmä 11"/>
          <p:cNvGrpSpPr/>
          <p:nvPr userDrawn="1"/>
        </p:nvGrpSpPr>
        <p:grpSpPr bwMode="black">
          <a:xfrm>
            <a:off x="347250" y="260248"/>
            <a:ext cx="2491200" cy="2334818"/>
            <a:chOff x="1311275" y="373063"/>
            <a:chExt cx="6524625" cy="6115050"/>
          </a:xfrm>
          <a:solidFill>
            <a:srgbClr val="000000"/>
          </a:solidFill>
        </p:grpSpPr>
        <p:sp>
          <p:nvSpPr>
            <p:cNvPr id="18" name="Rectangle 5"/>
            <p:cNvSpPr>
              <a:spLocks noChangeArrowheads="1"/>
            </p:cNvSpPr>
            <p:nvPr userDrawn="1"/>
          </p:nvSpPr>
          <p:spPr bwMode="black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9" name="Rectangle 6"/>
            <p:cNvSpPr>
              <a:spLocks noChangeArrowheads="1"/>
            </p:cNvSpPr>
            <p:nvPr userDrawn="1"/>
          </p:nvSpPr>
          <p:spPr bwMode="black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black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</p:spTree>
    <p:extLst>
      <p:ext uri="{BB962C8B-B14F-4D97-AF65-F5344CB8AC3E}">
        <p14:creationId xmlns:p14="http://schemas.microsoft.com/office/powerpoint/2010/main" val="2405069423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1919536" y="716436"/>
            <a:ext cx="9937104" cy="1225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 anchor="t" anchorCtr="0"/>
          <a:lstStyle>
            <a:lvl1pPr algn="ctr">
              <a:lnSpc>
                <a:spcPct val="82000"/>
              </a:lnSpc>
              <a:defRPr sz="4000"/>
            </a:lvl1pPr>
          </a:lstStyle>
          <a:p>
            <a:pPr lvl="0"/>
            <a:r>
              <a:rPr lang="fi-FI" dirty="0"/>
              <a:t>CLICK TO ADD TITLE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idx="1" hasCustomPrompt="1"/>
          </p:nvPr>
        </p:nvSpPr>
        <p:spPr bwMode="auto">
          <a:xfrm>
            <a:off x="335360" y="2204865"/>
            <a:ext cx="11521280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/>
          <a:lstStyle>
            <a:lvl1pPr marL="92075" indent="0" algn="ctr">
              <a:lnSpc>
                <a:spcPct val="82000"/>
              </a:lnSpc>
              <a:buClr>
                <a:schemeClr val="tx1"/>
              </a:buClr>
              <a:buFont typeface="Arial"/>
              <a:buNone/>
              <a:defRPr>
                <a:latin typeface="+mj-lt"/>
                <a:cs typeface="Gotham narrow bold"/>
              </a:defRPr>
            </a:lvl1pPr>
            <a:lvl2pPr marL="382588" indent="0" algn="ctr">
              <a:lnSpc>
                <a:spcPct val="80000"/>
              </a:lnSpc>
              <a:buFont typeface="Arial"/>
              <a:buNone/>
              <a:defRPr>
                <a:latin typeface="Gotham Narrow Book"/>
                <a:cs typeface="Gotham Narrow Book"/>
              </a:defRPr>
            </a:lvl2pPr>
            <a:lvl3pPr marL="765175" indent="0" algn="ctr">
              <a:lnSpc>
                <a:spcPct val="80000"/>
              </a:lnSpc>
              <a:buNone/>
              <a:defRPr>
                <a:latin typeface="Gotham Narrow Book"/>
                <a:cs typeface="Gotham Narrow Book"/>
              </a:defRPr>
            </a:lvl3pPr>
            <a:lvl4pPr marL="1241425" indent="0" algn="ctr">
              <a:lnSpc>
                <a:spcPct val="80000"/>
              </a:lnSpc>
              <a:buNone/>
              <a:defRPr>
                <a:latin typeface="Gotham Narrow Book"/>
                <a:cs typeface="Gotham Narrow Book"/>
              </a:defRPr>
            </a:lvl4pPr>
            <a:lvl5pPr marL="1717675" indent="0" algn="ctr">
              <a:lnSpc>
                <a:spcPct val="80000"/>
              </a:lnSpc>
              <a:buNone/>
              <a:defRPr>
                <a:latin typeface="Gotham Narrow Book"/>
                <a:cs typeface="Gotham Narrow Book"/>
              </a:defRPr>
            </a:lvl5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>
          <a:xfrm>
            <a:off x="10261600" y="6189117"/>
            <a:ext cx="91440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F7FDA8B-5024-41F9-96BA-DE834CBA048A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>
          <a:xfrm>
            <a:off x="11176000" y="6189117"/>
            <a:ext cx="68064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4570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idx="1" hasCustomPrompt="1"/>
          </p:nvPr>
        </p:nvSpPr>
        <p:spPr bwMode="auto">
          <a:xfrm>
            <a:off x="772997" y="2204865"/>
            <a:ext cx="11029519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/>
          <a:lstStyle>
            <a:lvl1pPr marL="342900" indent="-250825">
              <a:lnSpc>
                <a:spcPct val="80000"/>
              </a:lnSpc>
              <a:buClr>
                <a:schemeClr val="tx1"/>
              </a:buClr>
              <a:buFont typeface="Arial"/>
              <a:buChar char="•"/>
              <a:defRPr>
                <a:latin typeface="+mn-lt"/>
                <a:cs typeface="Gotham Narrow Book"/>
              </a:defRPr>
            </a:lvl1pPr>
            <a:lvl2pPr marL="725488" indent="-342900">
              <a:lnSpc>
                <a:spcPct val="80000"/>
              </a:lnSpc>
              <a:buFont typeface="Arial"/>
              <a:buChar char="•"/>
              <a:defRPr>
                <a:latin typeface="+mn-lt"/>
                <a:cs typeface="Gotham Narrow Book"/>
              </a:defRPr>
            </a:lvl2pPr>
            <a:lvl3pPr>
              <a:lnSpc>
                <a:spcPct val="80000"/>
              </a:lnSpc>
              <a:defRPr>
                <a:latin typeface="+mn-lt"/>
                <a:cs typeface="Gotham Narrow Book"/>
              </a:defRPr>
            </a:lvl3pPr>
            <a:lvl4pPr>
              <a:lnSpc>
                <a:spcPct val="80000"/>
              </a:lnSpc>
              <a:defRPr>
                <a:latin typeface="+mn-lt"/>
                <a:cs typeface="Gotham Narrow Book"/>
              </a:defRPr>
            </a:lvl4pPr>
            <a:lvl5pPr>
              <a:lnSpc>
                <a:spcPct val="80000"/>
              </a:lnSpc>
              <a:defRPr>
                <a:latin typeface="+mn-lt"/>
                <a:cs typeface="Gotham Narrow Book"/>
              </a:defRPr>
            </a:lvl5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text</a:t>
            </a:r>
            <a:endParaRPr lang="fi-FI" noProof="0" dirty="0"/>
          </a:p>
          <a:p>
            <a:pPr lvl="1"/>
            <a:r>
              <a:rPr lang="fi-FI" noProof="0" dirty="0"/>
              <a:t>Second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2"/>
            <a:r>
              <a:rPr lang="fi-FI" noProof="0" dirty="0"/>
              <a:t>Third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3"/>
            <a:r>
              <a:rPr lang="fi-FI" noProof="0" dirty="0" err="1"/>
              <a:t>Fourth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4"/>
            <a:r>
              <a:rPr lang="fi-FI" noProof="0" dirty="0" err="1"/>
              <a:t>Fifth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en-US" noProof="0" dirty="0"/>
          </a:p>
        </p:txBody>
      </p:sp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>
          <a:xfrm>
            <a:off x="10261600" y="6189117"/>
            <a:ext cx="91440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E421AAA-9468-410B-AE58-6AF913CDA27D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>
          <a:xfrm>
            <a:off x="11176000" y="6189117"/>
            <a:ext cx="68064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063552" y="802411"/>
            <a:ext cx="9722048" cy="970405"/>
          </a:xfrm>
          <a:prstGeom prst="rect">
            <a:avLst/>
          </a:prstGeom>
        </p:spPr>
        <p:txBody>
          <a:bodyPr/>
          <a:lstStyle>
            <a:lvl1pPr>
              <a:lnSpc>
                <a:spcPct val="82000"/>
              </a:lnSpc>
              <a:defRPr/>
            </a:lvl1pPr>
          </a:lstStyle>
          <a:p>
            <a:r>
              <a:rPr lang="fi-FI"/>
              <a:t>Muokkaa ots. perustyyl. napsautt.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444441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as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idx="1" hasCustomPrompt="1"/>
          </p:nvPr>
        </p:nvSpPr>
        <p:spPr bwMode="auto">
          <a:xfrm>
            <a:off x="774000" y="2204865"/>
            <a:ext cx="5280587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/>
          <a:lstStyle>
            <a:lvl1pPr marL="342900" indent="-250825">
              <a:lnSpc>
                <a:spcPct val="80000"/>
              </a:lnSpc>
              <a:buClr>
                <a:schemeClr val="tx1"/>
              </a:buClr>
              <a:buFont typeface="Arial"/>
              <a:buChar char="•"/>
              <a:defRPr>
                <a:latin typeface="+mn-lt"/>
                <a:cs typeface="Gotham Narrow Book"/>
              </a:defRPr>
            </a:lvl1pPr>
            <a:lvl2pPr marL="725488" indent="-342900">
              <a:lnSpc>
                <a:spcPct val="80000"/>
              </a:lnSpc>
              <a:buFont typeface="Arial"/>
              <a:buChar char="•"/>
              <a:defRPr>
                <a:latin typeface="+mn-lt"/>
                <a:cs typeface="Gotham Narrow Book"/>
              </a:defRPr>
            </a:lvl2pPr>
            <a:lvl3pPr>
              <a:lnSpc>
                <a:spcPct val="80000"/>
              </a:lnSpc>
              <a:defRPr>
                <a:latin typeface="+mn-lt"/>
                <a:cs typeface="Gotham Narrow Book"/>
              </a:defRPr>
            </a:lvl3pPr>
            <a:lvl4pPr>
              <a:lnSpc>
                <a:spcPct val="80000"/>
              </a:lnSpc>
              <a:defRPr>
                <a:latin typeface="+mn-lt"/>
                <a:cs typeface="Gotham Narrow Book"/>
              </a:defRPr>
            </a:lvl4pPr>
            <a:lvl5pPr>
              <a:lnSpc>
                <a:spcPct val="80000"/>
              </a:lnSpc>
              <a:defRPr>
                <a:latin typeface="+mn-lt"/>
                <a:cs typeface="Gotham Narrow Book"/>
              </a:defRPr>
            </a:lvl5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text</a:t>
            </a:r>
            <a:endParaRPr lang="fi-FI" noProof="0" dirty="0"/>
          </a:p>
          <a:p>
            <a:pPr lvl="1"/>
            <a:r>
              <a:rPr lang="fi-FI" noProof="0" dirty="0"/>
              <a:t>Second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2"/>
            <a:r>
              <a:rPr lang="fi-FI" noProof="0" dirty="0"/>
              <a:t>Third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3"/>
            <a:r>
              <a:rPr lang="fi-FI" noProof="0" dirty="0" err="1"/>
              <a:t>Fourth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4"/>
            <a:r>
              <a:rPr lang="fi-FI" noProof="0" dirty="0" err="1"/>
              <a:t>Fifth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en-US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idx="13" hasCustomPrompt="1"/>
          </p:nvPr>
        </p:nvSpPr>
        <p:spPr bwMode="auto">
          <a:xfrm>
            <a:off x="6480043" y="2204865"/>
            <a:ext cx="5280587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/>
          <a:lstStyle>
            <a:lvl1pPr marL="342900" indent="-250825">
              <a:lnSpc>
                <a:spcPct val="80000"/>
              </a:lnSpc>
              <a:buClr>
                <a:schemeClr val="tx1"/>
              </a:buClr>
              <a:buFont typeface="Arial"/>
              <a:buChar char="•"/>
              <a:defRPr>
                <a:latin typeface="+mn-lt"/>
                <a:cs typeface="Gotham Narrow Book"/>
              </a:defRPr>
            </a:lvl1pPr>
            <a:lvl2pPr marL="725488" indent="-342900">
              <a:lnSpc>
                <a:spcPct val="80000"/>
              </a:lnSpc>
              <a:buFont typeface="Arial"/>
              <a:buChar char="•"/>
              <a:defRPr>
                <a:latin typeface="+mn-lt"/>
                <a:cs typeface="Gotham Narrow Book"/>
              </a:defRPr>
            </a:lvl2pPr>
            <a:lvl3pPr>
              <a:lnSpc>
                <a:spcPct val="80000"/>
              </a:lnSpc>
              <a:defRPr>
                <a:latin typeface="+mn-lt"/>
                <a:cs typeface="Gotham Narrow Book"/>
              </a:defRPr>
            </a:lvl3pPr>
            <a:lvl4pPr>
              <a:lnSpc>
                <a:spcPct val="80000"/>
              </a:lnSpc>
              <a:defRPr>
                <a:latin typeface="+mn-lt"/>
                <a:cs typeface="Gotham Narrow Book"/>
              </a:defRPr>
            </a:lvl4pPr>
            <a:lvl5pPr>
              <a:lnSpc>
                <a:spcPct val="80000"/>
              </a:lnSpc>
              <a:defRPr>
                <a:latin typeface="+mn-lt"/>
                <a:cs typeface="Gotham Narrow Book"/>
              </a:defRPr>
            </a:lvl5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text</a:t>
            </a:r>
            <a:endParaRPr lang="fi-FI" noProof="0" dirty="0"/>
          </a:p>
          <a:p>
            <a:pPr lvl="1"/>
            <a:r>
              <a:rPr lang="fi-FI" noProof="0" dirty="0"/>
              <a:t>Second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2"/>
            <a:r>
              <a:rPr lang="fi-FI" noProof="0" dirty="0"/>
              <a:t>Third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3"/>
            <a:r>
              <a:rPr lang="fi-FI" noProof="0" dirty="0" err="1"/>
              <a:t>Fourth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4"/>
            <a:r>
              <a:rPr lang="fi-FI" noProof="0" dirty="0" err="1"/>
              <a:t>Fifth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en-US" noProof="0" dirty="0"/>
          </a:p>
        </p:txBody>
      </p:sp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>
          <a:xfrm>
            <a:off x="10261600" y="6189117"/>
            <a:ext cx="91440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F0238F-2308-4A48-B2E1-00FCB2BFEC78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5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6"/>
          </p:nvPr>
        </p:nvSpPr>
        <p:spPr>
          <a:xfrm>
            <a:off x="11176000" y="6189117"/>
            <a:ext cx="68064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63552" y="802411"/>
            <a:ext cx="9722048" cy="970405"/>
          </a:xfrm>
          <a:prstGeom prst="rect">
            <a:avLst/>
          </a:prstGeom>
        </p:spPr>
        <p:txBody>
          <a:bodyPr/>
          <a:lstStyle>
            <a:lvl1pPr>
              <a:lnSpc>
                <a:spcPct val="82000"/>
              </a:lnSpc>
              <a:defRPr/>
            </a:lvl1pPr>
          </a:lstStyle>
          <a:p>
            <a:r>
              <a:rPr lang="fi-FI"/>
              <a:t>Muokkaa ots. perustyyl. napsautt.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515353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763572" y="1988840"/>
            <a:ext cx="5913624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/>
          <a:lstStyle>
            <a:lvl1pPr>
              <a:lnSpc>
                <a:spcPct val="82000"/>
              </a:lnSpc>
              <a:defRPr sz="3000"/>
            </a:lvl1pPr>
          </a:lstStyle>
          <a:p>
            <a:pPr lvl="0"/>
            <a:r>
              <a:rPr lang="fi-FI" dirty="0"/>
              <a:t>CLICK TO ADD TITLE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idx="1" hasCustomPrompt="1"/>
          </p:nvPr>
        </p:nvSpPr>
        <p:spPr bwMode="auto">
          <a:xfrm>
            <a:off x="763571" y="2996953"/>
            <a:ext cx="5908493" cy="3162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/>
          <a:lstStyle>
            <a:lvl1pPr marL="342900" indent="-250825">
              <a:lnSpc>
                <a:spcPct val="80000"/>
              </a:lnSpc>
              <a:buClr>
                <a:schemeClr val="tx1"/>
              </a:buClr>
              <a:buFont typeface="Arial"/>
              <a:buChar char="•"/>
              <a:defRPr>
                <a:latin typeface="+mn-lt"/>
                <a:cs typeface="Gotham Narrow Book"/>
              </a:defRPr>
            </a:lvl1pPr>
            <a:lvl2pPr marL="725488" indent="-342900">
              <a:lnSpc>
                <a:spcPct val="80000"/>
              </a:lnSpc>
              <a:buFont typeface="Arial"/>
              <a:buChar char="•"/>
              <a:defRPr>
                <a:latin typeface="+mn-lt"/>
                <a:cs typeface="Gotham Narrow Book"/>
              </a:defRPr>
            </a:lvl2pPr>
            <a:lvl3pPr>
              <a:lnSpc>
                <a:spcPct val="80000"/>
              </a:lnSpc>
              <a:defRPr>
                <a:latin typeface="+mn-lt"/>
                <a:cs typeface="Gotham Narrow Book"/>
              </a:defRPr>
            </a:lvl3pPr>
            <a:lvl4pPr>
              <a:lnSpc>
                <a:spcPct val="80000"/>
              </a:lnSpc>
              <a:defRPr>
                <a:latin typeface="+mn-lt"/>
                <a:cs typeface="Gotham Narrow Book"/>
              </a:defRPr>
            </a:lvl4pPr>
            <a:lvl5pPr>
              <a:lnSpc>
                <a:spcPct val="80000"/>
              </a:lnSpc>
              <a:defRPr>
                <a:latin typeface="+mn-lt"/>
                <a:cs typeface="Gotham Narrow Book"/>
              </a:defRPr>
            </a:lvl5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text</a:t>
            </a:r>
            <a:endParaRPr lang="fi-FI" noProof="0" dirty="0"/>
          </a:p>
          <a:p>
            <a:pPr lvl="1"/>
            <a:r>
              <a:rPr lang="fi-FI" noProof="0" dirty="0"/>
              <a:t>Second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2"/>
            <a:r>
              <a:rPr lang="fi-FI" noProof="0" dirty="0"/>
              <a:t>Third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3"/>
            <a:r>
              <a:rPr lang="fi-FI" noProof="0" dirty="0" err="1"/>
              <a:t>Fourth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4"/>
            <a:r>
              <a:rPr lang="fi-FI" noProof="0" dirty="0" err="1"/>
              <a:t>Fifth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en-US" noProof="0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6773333" y="254000"/>
            <a:ext cx="5080000" cy="5905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1440000" anchor="t" anchorCtr="0"/>
          <a:lstStyle>
            <a:lvl1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100000"/>
              <a:buFontTx/>
              <a:buNone/>
              <a:tabLst/>
              <a:defRPr b="1" i="0">
                <a:solidFill>
                  <a:srgbClr val="00B0F0"/>
                </a:solidFill>
                <a:latin typeface="Gotham-Bold"/>
                <a:cs typeface="Gotham-Bold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>
          <a:xfrm>
            <a:off x="10261600" y="6189117"/>
            <a:ext cx="91440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30ACB8D-2E7A-48A7-A94B-030165EC4793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5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6"/>
          </p:nvPr>
        </p:nvSpPr>
        <p:spPr>
          <a:xfrm>
            <a:off x="11176000" y="6189117"/>
            <a:ext cx="68064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7968994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763200" y="1988840"/>
            <a:ext cx="5914800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/>
          <a:lstStyle>
            <a:lvl1pPr>
              <a:lnSpc>
                <a:spcPct val="82000"/>
              </a:lnSpc>
              <a:defRPr sz="3000"/>
            </a:lvl1pPr>
          </a:lstStyle>
          <a:p>
            <a:pPr lvl="0"/>
            <a:r>
              <a:rPr lang="fi-FI" dirty="0"/>
              <a:t>CLICK TO ADD TITLE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idx="1" hasCustomPrompt="1"/>
          </p:nvPr>
        </p:nvSpPr>
        <p:spPr bwMode="auto">
          <a:xfrm>
            <a:off x="763200" y="2996953"/>
            <a:ext cx="5907600" cy="3169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/>
          <a:lstStyle>
            <a:lvl1pPr marL="342900" indent="-250825">
              <a:lnSpc>
                <a:spcPct val="80000"/>
              </a:lnSpc>
              <a:buClr>
                <a:schemeClr val="tx1"/>
              </a:buClr>
              <a:buFont typeface="Arial"/>
              <a:buChar char="•"/>
              <a:defRPr>
                <a:latin typeface="Gotham Narrow Book"/>
                <a:cs typeface="Gotham Narrow Book"/>
              </a:defRPr>
            </a:lvl1pPr>
            <a:lvl2pPr marL="725488" indent="-342900">
              <a:lnSpc>
                <a:spcPct val="80000"/>
              </a:lnSpc>
              <a:buFont typeface="Arial"/>
              <a:buChar char="•"/>
              <a:defRPr>
                <a:latin typeface="Gotham Narrow Book"/>
                <a:cs typeface="Gotham Narrow Book"/>
              </a:defRPr>
            </a:lvl2pPr>
            <a:lvl3pPr>
              <a:lnSpc>
                <a:spcPct val="80000"/>
              </a:lnSpc>
              <a:defRPr>
                <a:latin typeface="Gotham Narrow Book"/>
                <a:cs typeface="Gotham Narrow Book"/>
              </a:defRPr>
            </a:lvl3pPr>
            <a:lvl4pPr>
              <a:lnSpc>
                <a:spcPct val="80000"/>
              </a:lnSpc>
              <a:defRPr>
                <a:latin typeface="Gotham Narrow Book"/>
                <a:cs typeface="Gotham Narrow Book"/>
              </a:defRPr>
            </a:lvl4pPr>
            <a:lvl5pPr>
              <a:lnSpc>
                <a:spcPct val="80000"/>
              </a:lnSpc>
              <a:defRPr>
                <a:latin typeface="Gotham Narrow Book"/>
                <a:cs typeface="Gotham Narrow Book"/>
              </a:defRPr>
            </a:lvl5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text</a:t>
            </a:r>
            <a:endParaRPr lang="fi-FI" noProof="0" dirty="0"/>
          </a:p>
          <a:p>
            <a:pPr lvl="1"/>
            <a:r>
              <a:rPr lang="fi-FI" noProof="0" dirty="0"/>
              <a:t>Second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2"/>
            <a:r>
              <a:rPr lang="fi-FI" noProof="0" dirty="0"/>
              <a:t>Third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3"/>
            <a:r>
              <a:rPr lang="fi-FI" noProof="0" dirty="0" err="1"/>
              <a:t>Fourth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fi-FI" noProof="0" dirty="0"/>
          </a:p>
          <a:p>
            <a:pPr lvl="4"/>
            <a:r>
              <a:rPr lang="fi-FI" noProof="0" dirty="0" err="1"/>
              <a:t>Fifth</a:t>
            </a:r>
            <a:r>
              <a:rPr lang="fi-FI" noProof="0" dirty="0"/>
              <a:t> </a:t>
            </a:r>
            <a:r>
              <a:rPr lang="fi-FI" noProof="0" dirty="0" err="1"/>
              <a:t>level</a:t>
            </a:r>
            <a:endParaRPr lang="en-US" noProof="0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6768000" y="254000"/>
            <a:ext cx="5080000" cy="29527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t" anchorCtr="0"/>
          <a:lstStyle>
            <a:lvl1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100000"/>
              <a:buFontTx/>
              <a:buNone/>
              <a:tabLst/>
              <a:defRPr b="1" i="0">
                <a:solidFill>
                  <a:srgbClr val="00B0F0"/>
                </a:solidFill>
                <a:latin typeface="+mj-lt"/>
                <a:cs typeface="Gotham-Bold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6768075" y="3212976"/>
            <a:ext cx="5080000" cy="29527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720000" anchor="t" anchorCtr="0"/>
          <a:lstStyle>
            <a:lvl1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100000"/>
              <a:buFontTx/>
              <a:buNone/>
              <a:tabLst/>
              <a:defRPr b="1" i="0">
                <a:solidFill>
                  <a:srgbClr val="00B0F0"/>
                </a:solidFill>
                <a:latin typeface="+mj-lt"/>
                <a:cs typeface="Gotham-Bold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Päivämäärän paikkamerkki 1"/>
          <p:cNvSpPr>
            <a:spLocks noGrp="1"/>
          </p:cNvSpPr>
          <p:nvPr>
            <p:ph type="dt" sz="half" idx="15"/>
          </p:nvPr>
        </p:nvSpPr>
        <p:spPr>
          <a:xfrm>
            <a:off x="10261600" y="6189117"/>
            <a:ext cx="91440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1232025-848E-4C1B-A0F3-5B2B3D457463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6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7"/>
          </p:nvPr>
        </p:nvSpPr>
        <p:spPr>
          <a:xfrm>
            <a:off x="11176000" y="6189117"/>
            <a:ext cx="68064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0302261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>
          <a:xfrm>
            <a:off x="10261600" y="6189117"/>
            <a:ext cx="91440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19B7758-116C-4140-B6DB-C1147B26C5EC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>
          <a:xfrm>
            <a:off x="11176000" y="6189117"/>
            <a:ext cx="680640" cy="57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63552" y="802411"/>
            <a:ext cx="9722048" cy="970405"/>
          </a:xfrm>
          <a:prstGeom prst="rect">
            <a:avLst/>
          </a:prstGeom>
        </p:spPr>
        <p:txBody>
          <a:bodyPr/>
          <a:lstStyle>
            <a:lvl1pPr>
              <a:lnSpc>
                <a:spcPct val="82000"/>
              </a:lnSpc>
              <a:defRPr/>
            </a:lvl1pPr>
          </a:lstStyle>
          <a:p>
            <a:r>
              <a:rPr lang="fi-FI"/>
              <a:t>Muokkaa ots. perustyyl. napsautt.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41325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slide Tiedekulma n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  <p:pic>
        <p:nvPicPr>
          <p:cNvPr id="5" name="Kuva 5" descr="Kuva, joka sisältää kohteen teksti, luonto, vesi, pilvi&#10;&#10;Kuvaus luotu automaattisesti">
            <a:extLst>
              <a:ext uri="{FF2B5EF4-FFF2-40B4-BE49-F238E27FC236}">
                <a16:creationId xmlns:a16="http://schemas.microsoft.com/office/drawing/2014/main" id="{A0B828C4-7C94-3E95-BECE-9B7F85A3EB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4000" y="216753"/>
            <a:ext cx="11736000" cy="59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579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slide Tiedekulma n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i-FI"/>
              <a:t>Presentation Name / Firstname Lastname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grpSp>
        <p:nvGrpSpPr>
          <p:cNvPr id="12" name="Ryhmä 11"/>
          <p:cNvGrpSpPr/>
          <p:nvPr userDrawn="1"/>
        </p:nvGrpSpPr>
        <p:grpSpPr bwMode="white">
          <a:xfrm>
            <a:off x="292432" y="260248"/>
            <a:ext cx="2491200" cy="2334818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13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4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5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0" name="Title Placeholder 1"/>
          <p:cNvSpPr>
            <a:spLocks noGrp="1"/>
          </p:cNvSpPr>
          <p:nvPr>
            <p:ph type="ctrTitle" hasCustomPrompt="1"/>
          </p:nvPr>
        </p:nvSpPr>
        <p:spPr>
          <a:xfrm>
            <a:off x="228000" y="3420000"/>
            <a:ext cx="11736000" cy="884758"/>
          </a:xfrm>
          <a:solidFill>
            <a:schemeClr val="tx1">
              <a:alpha val="50000"/>
            </a:schemeClr>
          </a:solidFill>
        </p:spPr>
        <p:txBody>
          <a:bodyPr tIns="252000" bIns="36000" anchor="t" anchorCtr="0">
            <a:spAutoFit/>
          </a:bodyPr>
          <a:lstStyle>
            <a:lvl1pPr algn="ctr">
              <a:lnSpc>
                <a:spcPct val="70000"/>
              </a:lnSpc>
              <a:defRPr sz="5400">
                <a:solidFill>
                  <a:srgbClr val="FFFFFF"/>
                </a:solidFill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/>
              <a:t>CLICK TO ADD TITLE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subTitle" idx="1" hasCustomPrompt="1"/>
          </p:nvPr>
        </p:nvSpPr>
        <p:spPr>
          <a:xfrm>
            <a:off x="964518" y="5220000"/>
            <a:ext cx="10363200" cy="720000"/>
          </a:xfrm>
        </p:spPr>
        <p:txBody>
          <a:bodyPr/>
          <a:lstStyle>
            <a:lvl1pPr algn="ctr">
              <a:lnSpc>
                <a:spcPct val="90000"/>
              </a:lnSpc>
              <a:spcAft>
                <a:spcPct val="0"/>
              </a:spcAft>
              <a:defRPr b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ＭＳ Ｐゴシック" charset="0"/>
                <a:cs typeface="Gotham Narrow Bold"/>
              </a:defRPr>
            </a:lvl1pPr>
          </a:lstStyle>
          <a:p>
            <a:pPr lvl="0"/>
            <a:r>
              <a:rPr lang="fi-FI" noProof="0" dirty="0" err="1"/>
              <a:t>Click</a:t>
            </a:r>
            <a:r>
              <a:rPr lang="fi-FI" noProof="0" dirty="0"/>
              <a:t> to </a:t>
            </a:r>
            <a:r>
              <a:rPr lang="fi-FI" noProof="0" dirty="0" err="1"/>
              <a:t>add</a:t>
            </a:r>
            <a:r>
              <a:rPr lang="fi-FI" noProof="0" dirty="0"/>
              <a:t> </a:t>
            </a:r>
            <a:r>
              <a:rPr lang="fi-FI" noProof="0" dirty="0" err="1"/>
              <a:t>subtitle</a:t>
            </a:r>
            <a:endParaRPr lang="fi-FI" noProof="0" dirty="0"/>
          </a:p>
        </p:txBody>
      </p:sp>
      <p:pic>
        <p:nvPicPr>
          <p:cNvPr id="6" name="Kuva 18" descr="Kuva, joka sisältää kohteen teksti&#10;&#10;Kuvaus luotu automaattisesti">
            <a:extLst>
              <a:ext uri="{FF2B5EF4-FFF2-40B4-BE49-F238E27FC236}">
                <a16:creationId xmlns:a16="http://schemas.microsoft.com/office/drawing/2014/main" id="{5DD210C1-0D84-67EB-8E6D-E517412F40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840" y="234000"/>
            <a:ext cx="11704320" cy="59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7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Kuva 9"/>
          <p:cNvPicPr>
            <a:picLocks noChangeAspect="1"/>
          </p:cNvPicPr>
          <p:nvPr userDrawn="1"/>
        </p:nvPicPr>
        <p:blipFill rotWithShape="1"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" b="3125"/>
          <a:stretch/>
        </p:blipFill>
        <p:spPr bwMode="hidden">
          <a:xfrm>
            <a:off x="226799" y="215490"/>
            <a:ext cx="11738401" cy="5944010"/>
          </a:xfrm>
          <a:prstGeom prst="rect">
            <a:avLst/>
          </a:prstGeom>
        </p:spPr>
      </p:pic>
      <p:sp>
        <p:nvSpPr>
          <p:cNvPr id="19" name="Title Placeholder 1"/>
          <p:cNvSpPr>
            <a:spLocks noGrp="1"/>
          </p:cNvSpPr>
          <p:nvPr>
            <p:ph type="title"/>
          </p:nvPr>
        </p:nvSpPr>
        <p:spPr bwMode="auto">
          <a:xfrm>
            <a:off x="2063552" y="802411"/>
            <a:ext cx="9722048" cy="970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/>
              <a:t>Muokkaa ots. perustyyl. napsautt.</a:t>
            </a:r>
            <a:endParaRPr lang="en-GB"/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063552" y="1981200"/>
            <a:ext cx="9722048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GB"/>
          </a:p>
        </p:txBody>
      </p:sp>
      <p:sp>
        <p:nvSpPr>
          <p:cNvPr id="2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0261600" y="6189117"/>
            <a:ext cx="9144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900" b="0" dirty="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DD08BD52-FDAE-42AB-8313-0991B6AE4759}" type="datetime1">
              <a:rPr lang="en-GB" smtClean="0"/>
              <a:t>14/10/2026</a:t>
            </a:fld>
            <a:endParaRPr lang="fi-FI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176000" y="6189117"/>
            <a:ext cx="68064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900" b="0" dirty="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4669315E-5A66-CF44-AE5D-C333B2F730C4}" type="slidenum">
              <a:rPr lang="en-GB"/>
              <a:t>‹#›</a:t>
            </a:fld>
            <a:endParaRPr lang="en-GB"/>
          </a:p>
        </p:txBody>
      </p:sp>
      <p:sp>
        <p:nvSpPr>
          <p:cNvPr id="24" name="Alatunnisteen paikkamerkki 2"/>
          <p:cNvSpPr>
            <a:spLocks noGrp="1"/>
          </p:cNvSpPr>
          <p:nvPr>
            <p:ph type="ftr" sz="quarter" idx="3"/>
          </p:nvPr>
        </p:nvSpPr>
        <p:spPr>
          <a:xfrm>
            <a:off x="6768000" y="6189217"/>
            <a:ext cx="3744000" cy="576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fi-FI"/>
              <a:t>Presentation </a:t>
            </a:r>
            <a:r>
              <a:rPr lang="fi-FI" err="1"/>
              <a:t>Name</a:t>
            </a:r>
            <a:r>
              <a:rPr lang="fi-FI"/>
              <a:t> / </a:t>
            </a:r>
            <a:r>
              <a:rPr lang="fi-FI" err="1"/>
              <a:t>Firstname</a:t>
            </a:r>
            <a:r>
              <a:rPr lang="fi-FI"/>
              <a:t> </a:t>
            </a:r>
            <a:r>
              <a:rPr lang="fi-FI" err="1"/>
              <a:t>Lastname</a:t>
            </a:r>
            <a:endParaRPr lang="fi-FI"/>
          </a:p>
        </p:txBody>
      </p:sp>
      <p:grpSp>
        <p:nvGrpSpPr>
          <p:cNvPr id="25" name="Ryhmä 11"/>
          <p:cNvGrpSpPr/>
          <p:nvPr userDrawn="1"/>
        </p:nvGrpSpPr>
        <p:grpSpPr bwMode="black">
          <a:xfrm>
            <a:off x="334478" y="263539"/>
            <a:ext cx="1397690" cy="1309952"/>
            <a:chOff x="1311275" y="373063"/>
            <a:chExt cx="6524625" cy="6115050"/>
          </a:xfrm>
          <a:solidFill>
            <a:schemeClr val="tx1"/>
          </a:solidFill>
        </p:grpSpPr>
        <p:sp>
          <p:nvSpPr>
            <p:cNvPr id="26" name="Rectangle 5"/>
            <p:cNvSpPr>
              <a:spLocks noChangeArrowheads="1"/>
            </p:cNvSpPr>
            <p:nvPr userDrawn="1"/>
          </p:nvSpPr>
          <p:spPr bwMode="black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7" name="Rectangle 6"/>
            <p:cNvSpPr>
              <a:spLocks noChangeArrowheads="1"/>
            </p:cNvSpPr>
            <p:nvPr userDrawn="1"/>
          </p:nvSpPr>
          <p:spPr bwMode="black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28" name="Freeform 7"/>
            <p:cNvSpPr>
              <a:spLocks noEditPoints="1"/>
            </p:cNvSpPr>
            <p:nvPr userDrawn="1"/>
          </p:nvSpPr>
          <p:spPr bwMode="black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915" y="6237312"/>
            <a:ext cx="2085975" cy="5429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1" r:id="rId2"/>
    <p:sldLayoutId id="2147483709" r:id="rId3"/>
    <p:sldLayoutId id="2147483695" r:id="rId4"/>
    <p:sldLayoutId id="2147483712" r:id="rId5"/>
    <p:sldLayoutId id="2147483696" r:id="rId6"/>
    <p:sldLayoutId id="2147483698" r:id="rId7"/>
    <p:sldLayoutId id="2147483699" r:id="rId8"/>
    <p:sldLayoutId id="2147483700" r:id="rId9"/>
    <p:sldLayoutId id="2147483702" r:id="rId10"/>
    <p:sldLayoutId id="2147483701" r:id="rId11"/>
    <p:sldLayoutId id="2147483703" r:id="rId12"/>
    <p:sldLayoutId id="2147483704" r:id="rId13"/>
    <p:sldLayoutId id="2147483705" r:id="rId14"/>
    <p:sldLayoutId id="2147483684" r:id="rId15"/>
    <p:sldLayoutId id="2147483680" r:id="rId16"/>
    <p:sldLayoutId id="2147483681" r:id="rId17"/>
    <p:sldLayoutId id="2147483667" r:id="rId18"/>
    <p:sldLayoutId id="2147483669" r:id="rId19"/>
    <p:sldLayoutId id="2147483670" r:id="rId20"/>
    <p:sldLayoutId id="2147483678" r:id="rId21"/>
    <p:sldLayoutId id="2147483683" r:id="rId22"/>
    <p:sldLayoutId id="2147483713" r:id="rId23"/>
    <p:sldLayoutId id="2147483714" r:id="rId24"/>
  </p:sldLayoutIdLst>
  <p:hf hdr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400" b="1" kern="1200" cap="all" baseline="0">
          <a:solidFill>
            <a:schemeClr val="tx1"/>
          </a:solidFill>
          <a:latin typeface="+mj-lt"/>
          <a:ea typeface="+mj-ea"/>
          <a:cs typeface="Gotham Narrow Bold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Gotham Narrow Bold" charset="0"/>
          <a:ea typeface="ＭＳ Ｐゴシック" pitchFamily="-72" charset="-128"/>
          <a:cs typeface="ＭＳ Ｐゴシック" pitchFamily="-72" charset="-128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Gotham Narrow Bold" charset="0"/>
          <a:ea typeface="ＭＳ Ｐゴシック" pitchFamily="-72" charset="-128"/>
          <a:cs typeface="ＭＳ Ｐゴシック" pitchFamily="-72" charset="-128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Gotham Narrow Bold" charset="0"/>
          <a:ea typeface="ＭＳ Ｐゴシック" pitchFamily="-72" charset="-128"/>
          <a:cs typeface="ＭＳ Ｐゴシック" pitchFamily="-72" charset="-128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Gotham Narrow Bold" charset="0"/>
          <a:ea typeface="ＭＳ Ｐゴシック" pitchFamily="-72" charset="-128"/>
          <a:cs typeface="ＭＳ Ｐゴシック" pitchFamily="-7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itchFamily="-72" charset="0"/>
          <a:ea typeface="ＭＳ Ｐゴシック" pitchFamily="-72" charset="-128"/>
          <a:cs typeface="ＭＳ Ｐゴシック" pitchFamily="-72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itchFamily="-72" charset="0"/>
          <a:ea typeface="ＭＳ Ｐゴシック" pitchFamily="-72" charset="-128"/>
          <a:cs typeface="ＭＳ Ｐゴシック" pitchFamily="-72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itchFamily="-72" charset="0"/>
          <a:ea typeface="ＭＳ Ｐゴシック" pitchFamily="-72" charset="-128"/>
          <a:cs typeface="ＭＳ Ｐゴシック" pitchFamily="-72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itchFamily="-72" charset="0"/>
          <a:ea typeface="ＭＳ Ｐゴシック" pitchFamily="-72" charset="-128"/>
          <a:cs typeface="ＭＳ Ｐゴシック" pitchFamily="-72" charset="-128"/>
        </a:defRPr>
      </a:lvl9pPr>
    </p:titleStyle>
    <p:bodyStyle>
      <a:lvl1pPr marL="342900" indent="-342900" algn="l" rtl="0" eaLnBrk="1" fontAlgn="base" hangingPunct="1">
        <a:spcBef>
          <a:spcPct val="0"/>
        </a:spcBef>
        <a:spcAft>
          <a:spcPct val="50000"/>
        </a:spcAft>
        <a:buClr>
          <a:schemeClr val="accent1"/>
        </a:buClr>
        <a:buSzPct val="100000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382588" indent="3175" algn="l" rtl="0" eaLnBrk="1" fontAlgn="base" hangingPunct="1">
        <a:spcBef>
          <a:spcPct val="0"/>
        </a:spcBef>
        <a:spcAft>
          <a:spcPct val="50000"/>
        </a:spcAft>
        <a:buClr>
          <a:schemeClr val="tx1"/>
        </a:buClr>
        <a:buSzPct val="100000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500" indent="-187325" algn="l" rtl="0" eaLnBrk="1" fontAlgn="base" hangingPunct="1">
        <a:spcBef>
          <a:spcPct val="0"/>
        </a:spcBef>
        <a:spcAft>
          <a:spcPct val="50000"/>
        </a:spcAft>
        <a:buFont typeface="Arial" charset="0"/>
        <a:buChar char="‒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428750" indent="-187325" algn="l" rtl="0" eaLnBrk="1" fontAlgn="base" hangingPunct="1">
        <a:spcBef>
          <a:spcPct val="0"/>
        </a:spcBef>
        <a:spcAft>
          <a:spcPct val="50000"/>
        </a:spcAft>
        <a:buFont typeface="Arial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905000" indent="-187325" algn="l" rtl="0" eaLnBrk="1" fontAlgn="base" hangingPunct="1">
        <a:spcBef>
          <a:spcPct val="0"/>
        </a:spcBef>
        <a:spcAft>
          <a:spcPct val="50000"/>
        </a:spcAft>
        <a:buFont typeface="Arial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tompuri.github.io/data-science-mini-project/#ref-simola2023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tompuri.github.io/data-science-mini-project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olarisaatio – uusi kuva" descr="Tekoälyllä luotu käsitteellinen kuvitus polarisaatiosta."/>
          <p:cNvPicPr>
            <a:picLocks noChangeAspect="1"/>
          </p:cNvPicPr>
          <p:nvPr/>
        </p:nvPicPr>
        <p:blipFill>
          <a:blip r:embed="rId3"/>
          <a:srcRect t="11726" b="11726"/>
          <a:stretch>
            <a:fillRect/>
          </a:stretch>
        </p:blipFill>
        <p:spPr>
          <a:xfrm>
            <a:off x="239096" y="188640"/>
            <a:ext cx="11711538" cy="5976664"/>
          </a:xfrm>
          <a:prstGeom prst="rect">
            <a:avLst/>
          </a:prstGeom>
        </p:spPr>
      </p:pic>
      <p:grpSp>
        <p:nvGrpSpPr>
          <p:cNvPr id="8" name="Ryhmä 11"/>
          <p:cNvGrpSpPr/>
          <p:nvPr/>
        </p:nvGrpSpPr>
        <p:grpSpPr bwMode="white">
          <a:xfrm>
            <a:off x="292431" y="260248"/>
            <a:ext cx="2491195" cy="2334821"/>
            <a:chOff x="1311275" y="373063"/>
            <a:chExt cx="6524625" cy="6115050"/>
          </a:xfrm>
          <a:solidFill>
            <a:schemeClr val="bg1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white">
            <a:xfrm>
              <a:off x="4267200" y="5875338"/>
              <a:ext cx="609600" cy="6127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0" name="Rectangle 6"/>
            <p:cNvSpPr>
              <a:spLocks noChangeArrowheads="1"/>
            </p:cNvSpPr>
            <p:nvPr userDrawn="1"/>
          </p:nvSpPr>
          <p:spPr bwMode="white">
            <a:xfrm>
              <a:off x="4267200" y="373063"/>
              <a:ext cx="609600" cy="609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  <p:sp>
          <p:nvSpPr>
            <p:cNvPr id="11" name="Freeform 7"/>
            <p:cNvSpPr>
              <a:spLocks noEditPoints="1"/>
            </p:cNvSpPr>
            <p:nvPr userDrawn="1"/>
          </p:nvSpPr>
          <p:spPr bwMode="white">
            <a:xfrm>
              <a:off x="1311275" y="1436688"/>
              <a:ext cx="6524625" cy="4152900"/>
            </a:xfrm>
            <a:custGeom>
              <a:avLst/>
              <a:gdLst>
                <a:gd name="T0" fmla="*/ 3947 w 4110"/>
                <a:gd name="T1" fmla="*/ 1670 h 2616"/>
                <a:gd name="T2" fmla="*/ 3459 w 4110"/>
                <a:gd name="T3" fmla="*/ 1403 h 2616"/>
                <a:gd name="T4" fmla="*/ 3294 w 4110"/>
                <a:gd name="T5" fmla="*/ 1199 h 2616"/>
                <a:gd name="T6" fmla="*/ 3062 w 4110"/>
                <a:gd name="T7" fmla="*/ 1048 h 2616"/>
                <a:gd name="T8" fmla="*/ 2897 w 4110"/>
                <a:gd name="T9" fmla="*/ 789 h 2616"/>
                <a:gd name="T10" fmla="*/ 2734 w 4110"/>
                <a:gd name="T11" fmla="*/ 314 h 2616"/>
                <a:gd name="T12" fmla="*/ 2417 w 4110"/>
                <a:gd name="T13" fmla="*/ 63 h 2616"/>
                <a:gd name="T14" fmla="*/ 2077 w 4110"/>
                <a:gd name="T15" fmla="*/ 19 h 2616"/>
                <a:gd name="T16" fmla="*/ 2204 w 4110"/>
                <a:gd name="T17" fmla="*/ 197 h 2616"/>
                <a:gd name="T18" fmla="*/ 2175 w 4110"/>
                <a:gd name="T19" fmla="*/ 357 h 2616"/>
                <a:gd name="T20" fmla="*/ 2041 w 4110"/>
                <a:gd name="T21" fmla="*/ 433 h 2616"/>
                <a:gd name="T22" fmla="*/ 1818 w 4110"/>
                <a:gd name="T23" fmla="*/ 362 h 2616"/>
                <a:gd name="T24" fmla="*/ 1518 w 4110"/>
                <a:gd name="T25" fmla="*/ 159 h 2616"/>
                <a:gd name="T26" fmla="*/ 1213 w 4110"/>
                <a:gd name="T27" fmla="*/ 130 h 2616"/>
                <a:gd name="T28" fmla="*/ 1198 w 4110"/>
                <a:gd name="T29" fmla="*/ 209 h 2616"/>
                <a:gd name="T30" fmla="*/ 1401 w 4110"/>
                <a:gd name="T31" fmla="*/ 481 h 2616"/>
                <a:gd name="T32" fmla="*/ 1555 w 4110"/>
                <a:gd name="T33" fmla="*/ 708 h 2616"/>
                <a:gd name="T34" fmla="*/ 1672 w 4110"/>
                <a:gd name="T35" fmla="*/ 796 h 2616"/>
                <a:gd name="T36" fmla="*/ 1405 w 4110"/>
                <a:gd name="T37" fmla="*/ 787 h 2616"/>
                <a:gd name="T38" fmla="*/ 1102 w 4110"/>
                <a:gd name="T39" fmla="*/ 558 h 2616"/>
                <a:gd name="T40" fmla="*/ 821 w 4110"/>
                <a:gd name="T41" fmla="*/ 395 h 2616"/>
                <a:gd name="T42" fmla="*/ 531 w 4110"/>
                <a:gd name="T43" fmla="*/ 426 h 2616"/>
                <a:gd name="T44" fmla="*/ 748 w 4110"/>
                <a:gd name="T45" fmla="*/ 537 h 2616"/>
                <a:gd name="T46" fmla="*/ 762 w 4110"/>
                <a:gd name="T47" fmla="*/ 704 h 2616"/>
                <a:gd name="T48" fmla="*/ 608 w 4110"/>
                <a:gd name="T49" fmla="*/ 689 h 2616"/>
                <a:gd name="T50" fmla="*/ 387 w 4110"/>
                <a:gd name="T51" fmla="*/ 529 h 2616"/>
                <a:gd name="T52" fmla="*/ 103 w 4110"/>
                <a:gd name="T53" fmla="*/ 499 h 2616"/>
                <a:gd name="T54" fmla="*/ 157 w 4110"/>
                <a:gd name="T55" fmla="*/ 597 h 2616"/>
                <a:gd name="T56" fmla="*/ 397 w 4110"/>
                <a:gd name="T57" fmla="*/ 913 h 2616"/>
                <a:gd name="T58" fmla="*/ 578 w 4110"/>
                <a:gd name="T59" fmla="*/ 1190 h 2616"/>
                <a:gd name="T60" fmla="*/ 954 w 4110"/>
                <a:gd name="T61" fmla="*/ 1253 h 2616"/>
                <a:gd name="T62" fmla="*/ 1184 w 4110"/>
                <a:gd name="T63" fmla="*/ 1316 h 2616"/>
                <a:gd name="T64" fmla="*/ 1250 w 4110"/>
                <a:gd name="T65" fmla="*/ 1526 h 2616"/>
                <a:gd name="T66" fmla="*/ 1365 w 4110"/>
                <a:gd name="T67" fmla="*/ 1691 h 2616"/>
                <a:gd name="T68" fmla="*/ 1601 w 4110"/>
                <a:gd name="T69" fmla="*/ 1766 h 2616"/>
                <a:gd name="T70" fmla="*/ 1384 w 4110"/>
                <a:gd name="T71" fmla="*/ 1823 h 2616"/>
                <a:gd name="T72" fmla="*/ 965 w 4110"/>
                <a:gd name="T73" fmla="*/ 1706 h 2616"/>
                <a:gd name="T74" fmla="*/ 971 w 4110"/>
                <a:gd name="T75" fmla="*/ 1890 h 2616"/>
                <a:gd name="T76" fmla="*/ 1173 w 4110"/>
                <a:gd name="T77" fmla="*/ 2136 h 2616"/>
                <a:gd name="T78" fmla="*/ 1534 w 4110"/>
                <a:gd name="T79" fmla="*/ 2226 h 2616"/>
                <a:gd name="T80" fmla="*/ 1883 w 4110"/>
                <a:gd name="T81" fmla="*/ 2182 h 2616"/>
                <a:gd name="T82" fmla="*/ 1985 w 4110"/>
                <a:gd name="T83" fmla="*/ 2299 h 2616"/>
                <a:gd name="T84" fmla="*/ 2154 w 4110"/>
                <a:gd name="T85" fmla="*/ 2418 h 2616"/>
                <a:gd name="T86" fmla="*/ 2476 w 4110"/>
                <a:gd name="T87" fmla="*/ 2413 h 2616"/>
                <a:gd name="T88" fmla="*/ 2797 w 4110"/>
                <a:gd name="T89" fmla="*/ 2585 h 2616"/>
                <a:gd name="T90" fmla="*/ 2803 w 4110"/>
                <a:gd name="T91" fmla="*/ 2395 h 2616"/>
                <a:gd name="T92" fmla="*/ 2594 w 4110"/>
                <a:gd name="T93" fmla="*/ 2119 h 2616"/>
                <a:gd name="T94" fmla="*/ 2403 w 4110"/>
                <a:gd name="T95" fmla="*/ 1960 h 2616"/>
                <a:gd name="T96" fmla="*/ 2426 w 4110"/>
                <a:gd name="T97" fmla="*/ 1890 h 2616"/>
                <a:gd name="T98" fmla="*/ 2663 w 4110"/>
                <a:gd name="T99" fmla="*/ 1996 h 2616"/>
                <a:gd name="T100" fmla="*/ 3012 w 4110"/>
                <a:gd name="T101" fmla="*/ 2088 h 2616"/>
                <a:gd name="T102" fmla="*/ 3156 w 4110"/>
                <a:gd name="T103" fmla="*/ 2125 h 2616"/>
                <a:gd name="T104" fmla="*/ 3035 w 4110"/>
                <a:gd name="T105" fmla="*/ 1900 h 2616"/>
                <a:gd name="T106" fmla="*/ 2837 w 4110"/>
                <a:gd name="T107" fmla="*/ 1698 h 2616"/>
                <a:gd name="T108" fmla="*/ 3185 w 4110"/>
                <a:gd name="T109" fmla="*/ 1746 h 2616"/>
                <a:gd name="T110" fmla="*/ 3440 w 4110"/>
                <a:gd name="T111" fmla="*/ 1741 h 2616"/>
                <a:gd name="T112" fmla="*/ 3596 w 4110"/>
                <a:gd name="T113" fmla="*/ 1842 h 2616"/>
                <a:gd name="T114" fmla="*/ 3951 w 4110"/>
                <a:gd name="T115" fmla="*/ 1816 h 2616"/>
                <a:gd name="T116" fmla="*/ 2246 w 4110"/>
                <a:gd name="T117" fmla="*/ 1449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10" h="2616">
                  <a:moveTo>
                    <a:pt x="4110" y="1887"/>
                  </a:moveTo>
                  <a:lnTo>
                    <a:pt x="4095" y="1858"/>
                  </a:lnTo>
                  <a:lnTo>
                    <a:pt x="4080" y="1829"/>
                  </a:lnTo>
                  <a:lnTo>
                    <a:pt x="4062" y="1802"/>
                  </a:lnTo>
                  <a:lnTo>
                    <a:pt x="4045" y="1777"/>
                  </a:lnTo>
                  <a:lnTo>
                    <a:pt x="4028" y="1754"/>
                  </a:lnTo>
                  <a:lnTo>
                    <a:pt x="4009" y="1731"/>
                  </a:lnTo>
                  <a:lnTo>
                    <a:pt x="3989" y="1710"/>
                  </a:lnTo>
                  <a:lnTo>
                    <a:pt x="3968" y="1689"/>
                  </a:lnTo>
                  <a:lnTo>
                    <a:pt x="3947" y="1670"/>
                  </a:lnTo>
                  <a:lnTo>
                    <a:pt x="3926" y="1652"/>
                  </a:lnTo>
                  <a:lnTo>
                    <a:pt x="3903" y="1635"/>
                  </a:lnTo>
                  <a:lnTo>
                    <a:pt x="3882" y="1618"/>
                  </a:lnTo>
                  <a:lnTo>
                    <a:pt x="3834" y="1589"/>
                  </a:lnTo>
                  <a:lnTo>
                    <a:pt x="3788" y="1560"/>
                  </a:lnTo>
                  <a:lnTo>
                    <a:pt x="3690" y="1512"/>
                  </a:lnTo>
                  <a:lnTo>
                    <a:pt x="3594" y="1468"/>
                  </a:lnTo>
                  <a:lnTo>
                    <a:pt x="3548" y="1447"/>
                  </a:lnTo>
                  <a:lnTo>
                    <a:pt x="3504" y="1426"/>
                  </a:lnTo>
                  <a:lnTo>
                    <a:pt x="3459" y="1403"/>
                  </a:lnTo>
                  <a:lnTo>
                    <a:pt x="3419" y="1378"/>
                  </a:lnTo>
                  <a:lnTo>
                    <a:pt x="3402" y="1364"/>
                  </a:lnTo>
                  <a:lnTo>
                    <a:pt x="3385" y="1351"/>
                  </a:lnTo>
                  <a:lnTo>
                    <a:pt x="3369" y="1336"/>
                  </a:lnTo>
                  <a:lnTo>
                    <a:pt x="3356" y="1318"/>
                  </a:lnTo>
                  <a:lnTo>
                    <a:pt x="3342" y="1299"/>
                  </a:lnTo>
                  <a:lnTo>
                    <a:pt x="3331" y="1282"/>
                  </a:lnTo>
                  <a:lnTo>
                    <a:pt x="3319" y="1263"/>
                  </a:lnTo>
                  <a:lnTo>
                    <a:pt x="3310" y="1242"/>
                  </a:lnTo>
                  <a:lnTo>
                    <a:pt x="3294" y="1199"/>
                  </a:lnTo>
                  <a:lnTo>
                    <a:pt x="3281" y="1157"/>
                  </a:lnTo>
                  <a:lnTo>
                    <a:pt x="3271" y="1115"/>
                  </a:lnTo>
                  <a:lnTo>
                    <a:pt x="3264" y="1073"/>
                  </a:lnTo>
                  <a:lnTo>
                    <a:pt x="3223" y="1076"/>
                  </a:lnTo>
                  <a:lnTo>
                    <a:pt x="3179" y="1076"/>
                  </a:lnTo>
                  <a:lnTo>
                    <a:pt x="3156" y="1075"/>
                  </a:lnTo>
                  <a:lnTo>
                    <a:pt x="3133" y="1071"/>
                  </a:lnTo>
                  <a:lnTo>
                    <a:pt x="3110" y="1065"/>
                  </a:lnTo>
                  <a:lnTo>
                    <a:pt x="3087" y="1057"/>
                  </a:lnTo>
                  <a:lnTo>
                    <a:pt x="3062" y="1048"/>
                  </a:lnTo>
                  <a:lnTo>
                    <a:pt x="3039" y="1034"/>
                  </a:lnTo>
                  <a:lnTo>
                    <a:pt x="3018" y="1019"/>
                  </a:lnTo>
                  <a:lnTo>
                    <a:pt x="2997" y="1000"/>
                  </a:lnTo>
                  <a:lnTo>
                    <a:pt x="2976" y="979"/>
                  </a:lnTo>
                  <a:lnTo>
                    <a:pt x="2956" y="952"/>
                  </a:lnTo>
                  <a:lnTo>
                    <a:pt x="2939" y="921"/>
                  </a:lnTo>
                  <a:lnTo>
                    <a:pt x="2924" y="886"/>
                  </a:lnTo>
                  <a:lnTo>
                    <a:pt x="2912" y="856"/>
                  </a:lnTo>
                  <a:lnTo>
                    <a:pt x="2905" y="823"/>
                  </a:lnTo>
                  <a:lnTo>
                    <a:pt x="2897" y="789"/>
                  </a:lnTo>
                  <a:lnTo>
                    <a:pt x="2889" y="752"/>
                  </a:lnTo>
                  <a:lnTo>
                    <a:pt x="2874" y="675"/>
                  </a:lnTo>
                  <a:lnTo>
                    <a:pt x="2857" y="593"/>
                  </a:lnTo>
                  <a:lnTo>
                    <a:pt x="2845" y="550"/>
                  </a:lnTo>
                  <a:lnTo>
                    <a:pt x="2834" y="508"/>
                  </a:lnTo>
                  <a:lnTo>
                    <a:pt x="2816" y="464"/>
                  </a:lnTo>
                  <a:lnTo>
                    <a:pt x="2797" y="422"/>
                  </a:lnTo>
                  <a:lnTo>
                    <a:pt x="2776" y="378"/>
                  </a:lnTo>
                  <a:lnTo>
                    <a:pt x="2749" y="335"/>
                  </a:lnTo>
                  <a:lnTo>
                    <a:pt x="2734" y="314"/>
                  </a:lnTo>
                  <a:lnTo>
                    <a:pt x="2718" y="293"/>
                  </a:lnTo>
                  <a:lnTo>
                    <a:pt x="2701" y="272"/>
                  </a:lnTo>
                  <a:lnTo>
                    <a:pt x="2682" y="251"/>
                  </a:lnTo>
                  <a:lnTo>
                    <a:pt x="2647" y="216"/>
                  </a:lnTo>
                  <a:lnTo>
                    <a:pt x="2611" y="184"/>
                  </a:lnTo>
                  <a:lnTo>
                    <a:pt x="2572" y="153"/>
                  </a:lnTo>
                  <a:lnTo>
                    <a:pt x="2534" y="126"/>
                  </a:lnTo>
                  <a:lnTo>
                    <a:pt x="2496" y="101"/>
                  </a:lnTo>
                  <a:lnTo>
                    <a:pt x="2457" y="80"/>
                  </a:lnTo>
                  <a:lnTo>
                    <a:pt x="2417" y="63"/>
                  </a:lnTo>
                  <a:lnTo>
                    <a:pt x="2377" y="46"/>
                  </a:lnTo>
                  <a:lnTo>
                    <a:pt x="2336" y="32"/>
                  </a:lnTo>
                  <a:lnTo>
                    <a:pt x="2296" y="21"/>
                  </a:lnTo>
                  <a:lnTo>
                    <a:pt x="2256" y="13"/>
                  </a:lnTo>
                  <a:lnTo>
                    <a:pt x="2215" y="5"/>
                  </a:lnTo>
                  <a:lnTo>
                    <a:pt x="2175" y="1"/>
                  </a:lnTo>
                  <a:lnTo>
                    <a:pt x="2135" y="0"/>
                  </a:lnTo>
                  <a:lnTo>
                    <a:pt x="2094" y="0"/>
                  </a:lnTo>
                  <a:lnTo>
                    <a:pt x="2054" y="1"/>
                  </a:lnTo>
                  <a:lnTo>
                    <a:pt x="2077" y="19"/>
                  </a:lnTo>
                  <a:lnTo>
                    <a:pt x="2098" y="34"/>
                  </a:lnTo>
                  <a:lnTo>
                    <a:pt x="2117" y="51"/>
                  </a:lnTo>
                  <a:lnTo>
                    <a:pt x="2135" y="71"/>
                  </a:lnTo>
                  <a:lnTo>
                    <a:pt x="2150" y="88"/>
                  </a:lnTo>
                  <a:lnTo>
                    <a:pt x="2163" y="105"/>
                  </a:lnTo>
                  <a:lnTo>
                    <a:pt x="2175" y="124"/>
                  </a:lnTo>
                  <a:lnTo>
                    <a:pt x="2185" y="142"/>
                  </a:lnTo>
                  <a:lnTo>
                    <a:pt x="2192" y="161"/>
                  </a:lnTo>
                  <a:lnTo>
                    <a:pt x="2200" y="178"/>
                  </a:lnTo>
                  <a:lnTo>
                    <a:pt x="2204" y="197"/>
                  </a:lnTo>
                  <a:lnTo>
                    <a:pt x="2208" y="215"/>
                  </a:lnTo>
                  <a:lnTo>
                    <a:pt x="2210" y="232"/>
                  </a:lnTo>
                  <a:lnTo>
                    <a:pt x="2210" y="249"/>
                  </a:lnTo>
                  <a:lnTo>
                    <a:pt x="2208" y="266"/>
                  </a:lnTo>
                  <a:lnTo>
                    <a:pt x="2206" y="284"/>
                  </a:lnTo>
                  <a:lnTo>
                    <a:pt x="2202" y="299"/>
                  </a:lnTo>
                  <a:lnTo>
                    <a:pt x="2198" y="314"/>
                  </a:lnTo>
                  <a:lnTo>
                    <a:pt x="2190" y="330"/>
                  </a:lnTo>
                  <a:lnTo>
                    <a:pt x="2183" y="343"/>
                  </a:lnTo>
                  <a:lnTo>
                    <a:pt x="2175" y="357"/>
                  </a:lnTo>
                  <a:lnTo>
                    <a:pt x="2165" y="370"/>
                  </a:lnTo>
                  <a:lnTo>
                    <a:pt x="2156" y="382"/>
                  </a:lnTo>
                  <a:lnTo>
                    <a:pt x="2144" y="391"/>
                  </a:lnTo>
                  <a:lnTo>
                    <a:pt x="2131" y="401"/>
                  </a:lnTo>
                  <a:lnTo>
                    <a:pt x="2117" y="410"/>
                  </a:lnTo>
                  <a:lnTo>
                    <a:pt x="2104" y="418"/>
                  </a:lnTo>
                  <a:lnTo>
                    <a:pt x="2089" y="424"/>
                  </a:lnTo>
                  <a:lnTo>
                    <a:pt x="2073" y="428"/>
                  </a:lnTo>
                  <a:lnTo>
                    <a:pt x="2058" y="431"/>
                  </a:lnTo>
                  <a:lnTo>
                    <a:pt x="2041" y="433"/>
                  </a:lnTo>
                  <a:lnTo>
                    <a:pt x="2023" y="435"/>
                  </a:lnTo>
                  <a:lnTo>
                    <a:pt x="1998" y="433"/>
                  </a:lnTo>
                  <a:lnTo>
                    <a:pt x="1975" y="431"/>
                  </a:lnTo>
                  <a:lnTo>
                    <a:pt x="1954" y="428"/>
                  </a:lnTo>
                  <a:lnTo>
                    <a:pt x="1933" y="422"/>
                  </a:lnTo>
                  <a:lnTo>
                    <a:pt x="1912" y="414"/>
                  </a:lnTo>
                  <a:lnTo>
                    <a:pt x="1893" y="407"/>
                  </a:lnTo>
                  <a:lnTo>
                    <a:pt x="1874" y="397"/>
                  </a:lnTo>
                  <a:lnTo>
                    <a:pt x="1854" y="385"/>
                  </a:lnTo>
                  <a:lnTo>
                    <a:pt x="1818" y="362"/>
                  </a:lnTo>
                  <a:lnTo>
                    <a:pt x="1781" y="335"/>
                  </a:lnTo>
                  <a:lnTo>
                    <a:pt x="1747" y="307"/>
                  </a:lnTo>
                  <a:lnTo>
                    <a:pt x="1710" y="278"/>
                  </a:lnTo>
                  <a:lnTo>
                    <a:pt x="1672" y="247"/>
                  </a:lnTo>
                  <a:lnTo>
                    <a:pt x="1632" y="220"/>
                  </a:lnTo>
                  <a:lnTo>
                    <a:pt x="1610" y="207"/>
                  </a:lnTo>
                  <a:lnTo>
                    <a:pt x="1589" y="193"/>
                  </a:lnTo>
                  <a:lnTo>
                    <a:pt x="1566" y="180"/>
                  </a:lnTo>
                  <a:lnTo>
                    <a:pt x="1543" y="168"/>
                  </a:lnTo>
                  <a:lnTo>
                    <a:pt x="1518" y="159"/>
                  </a:lnTo>
                  <a:lnTo>
                    <a:pt x="1491" y="149"/>
                  </a:lnTo>
                  <a:lnTo>
                    <a:pt x="1465" y="142"/>
                  </a:lnTo>
                  <a:lnTo>
                    <a:pt x="1436" y="134"/>
                  </a:lnTo>
                  <a:lnTo>
                    <a:pt x="1405" y="128"/>
                  </a:lnTo>
                  <a:lnTo>
                    <a:pt x="1374" y="124"/>
                  </a:lnTo>
                  <a:lnTo>
                    <a:pt x="1342" y="120"/>
                  </a:lnTo>
                  <a:lnTo>
                    <a:pt x="1305" y="120"/>
                  </a:lnTo>
                  <a:lnTo>
                    <a:pt x="1273" y="120"/>
                  </a:lnTo>
                  <a:lnTo>
                    <a:pt x="1242" y="124"/>
                  </a:lnTo>
                  <a:lnTo>
                    <a:pt x="1213" y="130"/>
                  </a:lnTo>
                  <a:lnTo>
                    <a:pt x="1184" y="138"/>
                  </a:lnTo>
                  <a:lnTo>
                    <a:pt x="1159" y="147"/>
                  </a:lnTo>
                  <a:lnTo>
                    <a:pt x="1134" y="157"/>
                  </a:lnTo>
                  <a:lnTo>
                    <a:pt x="1113" y="168"/>
                  </a:lnTo>
                  <a:lnTo>
                    <a:pt x="1092" y="180"/>
                  </a:lnTo>
                  <a:lnTo>
                    <a:pt x="1113" y="182"/>
                  </a:lnTo>
                  <a:lnTo>
                    <a:pt x="1130" y="186"/>
                  </a:lnTo>
                  <a:lnTo>
                    <a:pt x="1150" y="192"/>
                  </a:lnTo>
                  <a:lnTo>
                    <a:pt x="1167" y="195"/>
                  </a:lnTo>
                  <a:lnTo>
                    <a:pt x="1198" y="209"/>
                  </a:lnTo>
                  <a:lnTo>
                    <a:pt x="1226" y="224"/>
                  </a:lnTo>
                  <a:lnTo>
                    <a:pt x="1251" y="243"/>
                  </a:lnTo>
                  <a:lnTo>
                    <a:pt x="1274" y="264"/>
                  </a:lnTo>
                  <a:lnTo>
                    <a:pt x="1296" y="286"/>
                  </a:lnTo>
                  <a:lnTo>
                    <a:pt x="1315" y="311"/>
                  </a:lnTo>
                  <a:lnTo>
                    <a:pt x="1332" y="337"/>
                  </a:lnTo>
                  <a:lnTo>
                    <a:pt x="1347" y="364"/>
                  </a:lnTo>
                  <a:lnTo>
                    <a:pt x="1363" y="391"/>
                  </a:lnTo>
                  <a:lnTo>
                    <a:pt x="1376" y="422"/>
                  </a:lnTo>
                  <a:lnTo>
                    <a:pt x="1401" y="481"/>
                  </a:lnTo>
                  <a:lnTo>
                    <a:pt x="1426" y="541"/>
                  </a:lnTo>
                  <a:lnTo>
                    <a:pt x="1436" y="564"/>
                  </a:lnTo>
                  <a:lnTo>
                    <a:pt x="1447" y="585"/>
                  </a:lnTo>
                  <a:lnTo>
                    <a:pt x="1461" y="606"/>
                  </a:lnTo>
                  <a:lnTo>
                    <a:pt x="1474" y="625"/>
                  </a:lnTo>
                  <a:lnTo>
                    <a:pt x="1488" y="645"/>
                  </a:lnTo>
                  <a:lnTo>
                    <a:pt x="1503" y="662"/>
                  </a:lnTo>
                  <a:lnTo>
                    <a:pt x="1520" y="677"/>
                  </a:lnTo>
                  <a:lnTo>
                    <a:pt x="1538" y="693"/>
                  </a:lnTo>
                  <a:lnTo>
                    <a:pt x="1555" y="708"/>
                  </a:lnTo>
                  <a:lnTo>
                    <a:pt x="1576" y="721"/>
                  </a:lnTo>
                  <a:lnTo>
                    <a:pt x="1595" y="733"/>
                  </a:lnTo>
                  <a:lnTo>
                    <a:pt x="1616" y="744"/>
                  </a:lnTo>
                  <a:lnTo>
                    <a:pt x="1639" y="754"/>
                  </a:lnTo>
                  <a:lnTo>
                    <a:pt x="1662" y="764"/>
                  </a:lnTo>
                  <a:lnTo>
                    <a:pt x="1687" y="771"/>
                  </a:lnTo>
                  <a:lnTo>
                    <a:pt x="1714" y="779"/>
                  </a:lnTo>
                  <a:lnTo>
                    <a:pt x="1703" y="785"/>
                  </a:lnTo>
                  <a:lnTo>
                    <a:pt x="1687" y="790"/>
                  </a:lnTo>
                  <a:lnTo>
                    <a:pt x="1672" y="796"/>
                  </a:lnTo>
                  <a:lnTo>
                    <a:pt x="1651" y="802"/>
                  </a:lnTo>
                  <a:lnTo>
                    <a:pt x="1630" y="806"/>
                  </a:lnTo>
                  <a:lnTo>
                    <a:pt x="1605" y="810"/>
                  </a:lnTo>
                  <a:lnTo>
                    <a:pt x="1578" y="812"/>
                  </a:lnTo>
                  <a:lnTo>
                    <a:pt x="1551" y="812"/>
                  </a:lnTo>
                  <a:lnTo>
                    <a:pt x="1518" y="812"/>
                  </a:lnTo>
                  <a:lnTo>
                    <a:pt x="1490" y="808"/>
                  </a:lnTo>
                  <a:lnTo>
                    <a:pt x="1461" y="802"/>
                  </a:lnTo>
                  <a:lnTo>
                    <a:pt x="1432" y="796"/>
                  </a:lnTo>
                  <a:lnTo>
                    <a:pt x="1405" y="787"/>
                  </a:lnTo>
                  <a:lnTo>
                    <a:pt x="1378" y="777"/>
                  </a:lnTo>
                  <a:lnTo>
                    <a:pt x="1353" y="765"/>
                  </a:lnTo>
                  <a:lnTo>
                    <a:pt x="1328" y="752"/>
                  </a:lnTo>
                  <a:lnTo>
                    <a:pt x="1303" y="737"/>
                  </a:lnTo>
                  <a:lnTo>
                    <a:pt x="1280" y="721"/>
                  </a:lnTo>
                  <a:lnTo>
                    <a:pt x="1257" y="702"/>
                  </a:lnTo>
                  <a:lnTo>
                    <a:pt x="1234" y="685"/>
                  </a:lnTo>
                  <a:lnTo>
                    <a:pt x="1188" y="643"/>
                  </a:lnTo>
                  <a:lnTo>
                    <a:pt x="1142" y="598"/>
                  </a:lnTo>
                  <a:lnTo>
                    <a:pt x="1102" y="558"/>
                  </a:lnTo>
                  <a:lnTo>
                    <a:pt x="1059" y="518"/>
                  </a:lnTo>
                  <a:lnTo>
                    <a:pt x="1036" y="501"/>
                  </a:lnTo>
                  <a:lnTo>
                    <a:pt x="1013" y="483"/>
                  </a:lnTo>
                  <a:lnTo>
                    <a:pt x="990" y="466"/>
                  </a:lnTo>
                  <a:lnTo>
                    <a:pt x="965" y="451"/>
                  </a:lnTo>
                  <a:lnTo>
                    <a:pt x="938" y="435"/>
                  </a:lnTo>
                  <a:lnTo>
                    <a:pt x="912" y="424"/>
                  </a:lnTo>
                  <a:lnTo>
                    <a:pt x="883" y="412"/>
                  </a:lnTo>
                  <a:lnTo>
                    <a:pt x="854" y="403"/>
                  </a:lnTo>
                  <a:lnTo>
                    <a:pt x="821" y="395"/>
                  </a:lnTo>
                  <a:lnTo>
                    <a:pt x="789" y="389"/>
                  </a:lnTo>
                  <a:lnTo>
                    <a:pt x="754" y="385"/>
                  </a:lnTo>
                  <a:lnTo>
                    <a:pt x="718" y="385"/>
                  </a:lnTo>
                  <a:lnTo>
                    <a:pt x="683" y="385"/>
                  </a:lnTo>
                  <a:lnTo>
                    <a:pt x="649" y="389"/>
                  </a:lnTo>
                  <a:lnTo>
                    <a:pt x="620" y="395"/>
                  </a:lnTo>
                  <a:lnTo>
                    <a:pt x="591" y="403"/>
                  </a:lnTo>
                  <a:lnTo>
                    <a:pt x="568" y="410"/>
                  </a:lnTo>
                  <a:lnTo>
                    <a:pt x="547" y="418"/>
                  </a:lnTo>
                  <a:lnTo>
                    <a:pt x="531" y="426"/>
                  </a:lnTo>
                  <a:lnTo>
                    <a:pt x="520" y="433"/>
                  </a:lnTo>
                  <a:lnTo>
                    <a:pt x="562" y="441"/>
                  </a:lnTo>
                  <a:lnTo>
                    <a:pt x="608" y="455"/>
                  </a:lnTo>
                  <a:lnTo>
                    <a:pt x="631" y="464"/>
                  </a:lnTo>
                  <a:lnTo>
                    <a:pt x="652" y="474"/>
                  </a:lnTo>
                  <a:lnTo>
                    <a:pt x="675" y="483"/>
                  </a:lnTo>
                  <a:lnTo>
                    <a:pt x="695" y="495"/>
                  </a:lnTo>
                  <a:lnTo>
                    <a:pt x="716" y="508"/>
                  </a:lnTo>
                  <a:lnTo>
                    <a:pt x="733" y="522"/>
                  </a:lnTo>
                  <a:lnTo>
                    <a:pt x="748" y="537"/>
                  </a:lnTo>
                  <a:lnTo>
                    <a:pt x="764" y="554"/>
                  </a:lnTo>
                  <a:lnTo>
                    <a:pt x="773" y="572"/>
                  </a:lnTo>
                  <a:lnTo>
                    <a:pt x="783" y="591"/>
                  </a:lnTo>
                  <a:lnTo>
                    <a:pt x="789" y="610"/>
                  </a:lnTo>
                  <a:lnTo>
                    <a:pt x="791" y="631"/>
                  </a:lnTo>
                  <a:lnTo>
                    <a:pt x="789" y="648"/>
                  </a:lnTo>
                  <a:lnTo>
                    <a:pt x="785" y="666"/>
                  </a:lnTo>
                  <a:lnTo>
                    <a:pt x="779" y="679"/>
                  </a:lnTo>
                  <a:lnTo>
                    <a:pt x="771" y="693"/>
                  </a:lnTo>
                  <a:lnTo>
                    <a:pt x="762" y="704"/>
                  </a:lnTo>
                  <a:lnTo>
                    <a:pt x="750" y="714"/>
                  </a:lnTo>
                  <a:lnTo>
                    <a:pt x="739" y="719"/>
                  </a:lnTo>
                  <a:lnTo>
                    <a:pt x="723" y="725"/>
                  </a:lnTo>
                  <a:lnTo>
                    <a:pt x="710" y="727"/>
                  </a:lnTo>
                  <a:lnTo>
                    <a:pt x="693" y="727"/>
                  </a:lnTo>
                  <a:lnTo>
                    <a:pt x="677" y="725"/>
                  </a:lnTo>
                  <a:lnTo>
                    <a:pt x="660" y="721"/>
                  </a:lnTo>
                  <a:lnTo>
                    <a:pt x="643" y="714"/>
                  </a:lnTo>
                  <a:lnTo>
                    <a:pt x="626" y="702"/>
                  </a:lnTo>
                  <a:lnTo>
                    <a:pt x="608" y="689"/>
                  </a:lnTo>
                  <a:lnTo>
                    <a:pt x="591" y="673"/>
                  </a:lnTo>
                  <a:lnTo>
                    <a:pt x="572" y="654"/>
                  </a:lnTo>
                  <a:lnTo>
                    <a:pt x="553" y="635"/>
                  </a:lnTo>
                  <a:lnTo>
                    <a:pt x="531" y="618"/>
                  </a:lnTo>
                  <a:lnTo>
                    <a:pt x="508" y="600"/>
                  </a:lnTo>
                  <a:lnTo>
                    <a:pt x="485" y="583"/>
                  </a:lnTo>
                  <a:lnTo>
                    <a:pt x="462" y="568"/>
                  </a:lnTo>
                  <a:lnTo>
                    <a:pt x="439" y="554"/>
                  </a:lnTo>
                  <a:lnTo>
                    <a:pt x="414" y="541"/>
                  </a:lnTo>
                  <a:lnTo>
                    <a:pt x="387" y="529"/>
                  </a:lnTo>
                  <a:lnTo>
                    <a:pt x="361" y="520"/>
                  </a:lnTo>
                  <a:lnTo>
                    <a:pt x="334" y="510"/>
                  </a:lnTo>
                  <a:lnTo>
                    <a:pt x="307" y="503"/>
                  </a:lnTo>
                  <a:lnTo>
                    <a:pt x="278" y="497"/>
                  </a:lnTo>
                  <a:lnTo>
                    <a:pt x="249" y="491"/>
                  </a:lnTo>
                  <a:lnTo>
                    <a:pt x="220" y="489"/>
                  </a:lnTo>
                  <a:lnTo>
                    <a:pt x="192" y="489"/>
                  </a:lnTo>
                  <a:lnTo>
                    <a:pt x="161" y="489"/>
                  </a:lnTo>
                  <a:lnTo>
                    <a:pt x="132" y="493"/>
                  </a:lnTo>
                  <a:lnTo>
                    <a:pt x="103" y="499"/>
                  </a:lnTo>
                  <a:lnTo>
                    <a:pt x="78" y="504"/>
                  </a:lnTo>
                  <a:lnTo>
                    <a:pt x="53" y="514"/>
                  </a:lnTo>
                  <a:lnTo>
                    <a:pt x="32" y="524"/>
                  </a:lnTo>
                  <a:lnTo>
                    <a:pt x="13" y="535"/>
                  </a:lnTo>
                  <a:lnTo>
                    <a:pt x="0" y="547"/>
                  </a:lnTo>
                  <a:lnTo>
                    <a:pt x="34" y="550"/>
                  </a:lnTo>
                  <a:lnTo>
                    <a:pt x="67" y="558"/>
                  </a:lnTo>
                  <a:lnTo>
                    <a:pt x="98" y="570"/>
                  </a:lnTo>
                  <a:lnTo>
                    <a:pt x="128" y="581"/>
                  </a:lnTo>
                  <a:lnTo>
                    <a:pt x="157" y="597"/>
                  </a:lnTo>
                  <a:lnTo>
                    <a:pt x="184" y="616"/>
                  </a:lnTo>
                  <a:lnTo>
                    <a:pt x="211" y="637"/>
                  </a:lnTo>
                  <a:lnTo>
                    <a:pt x="236" y="660"/>
                  </a:lnTo>
                  <a:lnTo>
                    <a:pt x="261" y="687"/>
                  </a:lnTo>
                  <a:lnTo>
                    <a:pt x="284" y="718"/>
                  </a:lnTo>
                  <a:lnTo>
                    <a:pt x="307" y="750"/>
                  </a:lnTo>
                  <a:lnTo>
                    <a:pt x="330" y="785"/>
                  </a:lnTo>
                  <a:lnTo>
                    <a:pt x="353" y="825"/>
                  </a:lnTo>
                  <a:lnTo>
                    <a:pt x="374" y="867"/>
                  </a:lnTo>
                  <a:lnTo>
                    <a:pt x="397" y="913"/>
                  </a:lnTo>
                  <a:lnTo>
                    <a:pt x="418" y="961"/>
                  </a:lnTo>
                  <a:lnTo>
                    <a:pt x="432" y="990"/>
                  </a:lnTo>
                  <a:lnTo>
                    <a:pt x="445" y="1019"/>
                  </a:lnTo>
                  <a:lnTo>
                    <a:pt x="460" y="1046"/>
                  </a:lnTo>
                  <a:lnTo>
                    <a:pt x="476" y="1073"/>
                  </a:lnTo>
                  <a:lnTo>
                    <a:pt x="493" y="1100"/>
                  </a:lnTo>
                  <a:lnTo>
                    <a:pt x="512" y="1124"/>
                  </a:lnTo>
                  <a:lnTo>
                    <a:pt x="531" y="1148"/>
                  </a:lnTo>
                  <a:lnTo>
                    <a:pt x="554" y="1169"/>
                  </a:lnTo>
                  <a:lnTo>
                    <a:pt x="578" y="1190"/>
                  </a:lnTo>
                  <a:lnTo>
                    <a:pt x="604" y="1207"/>
                  </a:lnTo>
                  <a:lnTo>
                    <a:pt x="633" y="1222"/>
                  </a:lnTo>
                  <a:lnTo>
                    <a:pt x="664" y="1236"/>
                  </a:lnTo>
                  <a:lnTo>
                    <a:pt x="698" y="1247"/>
                  </a:lnTo>
                  <a:lnTo>
                    <a:pt x="735" y="1255"/>
                  </a:lnTo>
                  <a:lnTo>
                    <a:pt x="775" y="1261"/>
                  </a:lnTo>
                  <a:lnTo>
                    <a:pt x="818" y="1263"/>
                  </a:lnTo>
                  <a:lnTo>
                    <a:pt x="860" y="1263"/>
                  </a:lnTo>
                  <a:lnTo>
                    <a:pt x="906" y="1257"/>
                  </a:lnTo>
                  <a:lnTo>
                    <a:pt x="954" y="1253"/>
                  </a:lnTo>
                  <a:lnTo>
                    <a:pt x="1000" y="1249"/>
                  </a:lnTo>
                  <a:lnTo>
                    <a:pt x="1025" y="1249"/>
                  </a:lnTo>
                  <a:lnTo>
                    <a:pt x="1048" y="1251"/>
                  </a:lnTo>
                  <a:lnTo>
                    <a:pt x="1071" y="1253"/>
                  </a:lnTo>
                  <a:lnTo>
                    <a:pt x="1092" y="1257"/>
                  </a:lnTo>
                  <a:lnTo>
                    <a:pt x="1113" y="1265"/>
                  </a:lnTo>
                  <a:lnTo>
                    <a:pt x="1134" y="1274"/>
                  </a:lnTo>
                  <a:lnTo>
                    <a:pt x="1154" y="1286"/>
                  </a:lnTo>
                  <a:lnTo>
                    <a:pt x="1171" y="1299"/>
                  </a:lnTo>
                  <a:lnTo>
                    <a:pt x="1184" y="1316"/>
                  </a:lnTo>
                  <a:lnTo>
                    <a:pt x="1198" y="1332"/>
                  </a:lnTo>
                  <a:lnTo>
                    <a:pt x="1207" y="1349"/>
                  </a:lnTo>
                  <a:lnTo>
                    <a:pt x="1215" y="1366"/>
                  </a:lnTo>
                  <a:lnTo>
                    <a:pt x="1223" y="1384"/>
                  </a:lnTo>
                  <a:lnTo>
                    <a:pt x="1228" y="1401"/>
                  </a:lnTo>
                  <a:lnTo>
                    <a:pt x="1232" y="1418"/>
                  </a:lnTo>
                  <a:lnTo>
                    <a:pt x="1236" y="1435"/>
                  </a:lnTo>
                  <a:lnTo>
                    <a:pt x="1242" y="1472"/>
                  </a:lnTo>
                  <a:lnTo>
                    <a:pt x="1248" y="1508"/>
                  </a:lnTo>
                  <a:lnTo>
                    <a:pt x="1250" y="1526"/>
                  </a:lnTo>
                  <a:lnTo>
                    <a:pt x="1255" y="1543"/>
                  </a:lnTo>
                  <a:lnTo>
                    <a:pt x="1259" y="1560"/>
                  </a:lnTo>
                  <a:lnTo>
                    <a:pt x="1267" y="1578"/>
                  </a:lnTo>
                  <a:lnTo>
                    <a:pt x="1276" y="1597"/>
                  </a:lnTo>
                  <a:lnTo>
                    <a:pt x="1288" y="1616"/>
                  </a:lnTo>
                  <a:lnTo>
                    <a:pt x="1299" y="1633"/>
                  </a:lnTo>
                  <a:lnTo>
                    <a:pt x="1313" y="1649"/>
                  </a:lnTo>
                  <a:lnTo>
                    <a:pt x="1328" y="1664"/>
                  </a:lnTo>
                  <a:lnTo>
                    <a:pt x="1346" y="1677"/>
                  </a:lnTo>
                  <a:lnTo>
                    <a:pt x="1365" y="1691"/>
                  </a:lnTo>
                  <a:lnTo>
                    <a:pt x="1386" y="1702"/>
                  </a:lnTo>
                  <a:lnTo>
                    <a:pt x="1407" y="1712"/>
                  </a:lnTo>
                  <a:lnTo>
                    <a:pt x="1432" y="1721"/>
                  </a:lnTo>
                  <a:lnTo>
                    <a:pt x="1457" y="1729"/>
                  </a:lnTo>
                  <a:lnTo>
                    <a:pt x="1486" y="1737"/>
                  </a:lnTo>
                  <a:lnTo>
                    <a:pt x="1514" y="1743"/>
                  </a:lnTo>
                  <a:lnTo>
                    <a:pt x="1547" y="1746"/>
                  </a:lnTo>
                  <a:lnTo>
                    <a:pt x="1580" y="1750"/>
                  </a:lnTo>
                  <a:lnTo>
                    <a:pt x="1616" y="1754"/>
                  </a:lnTo>
                  <a:lnTo>
                    <a:pt x="1601" y="1766"/>
                  </a:lnTo>
                  <a:lnTo>
                    <a:pt x="1584" y="1777"/>
                  </a:lnTo>
                  <a:lnTo>
                    <a:pt x="1564" y="1787"/>
                  </a:lnTo>
                  <a:lnTo>
                    <a:pt x="1545" y="1794"/>
                  </a:lnTo>
                  <a:lnTo>
                    <a:pt x="1524" y="1802"/>
                  </a:lnTo>
                  <a:lnTo>
                    <a:pt x="1503" y="1808"/>
                  </a:lnTo>
                  <a:lnTo>
                    <a:pt x="1480" y="1814"/>
                  </a:lnTo>
                  <a:lnTo>
                    <a:pt x="1457" y="1817"/>
                  </a:lnTo>
                  <a:lnTo>
                    <a:pt x="1434" y="1821"/>
                  </a:lnTo>
                  <a:lnTo>
                    <a:pt x="1409" y="1823"/>
                  </a:lnTo>
                  <a:lnTo>
                    <a:pt x="1384" y="1823"/>
                  </a:lnTo>
                  <a:lnTo>
                    <a:pt x="1359" y="1823"/>
                  </a:lnTo>
                  <a:lnTo>
                    <a:pt x="1309" y="1821"/>
                  </a:lnTo>
                  <a:lnTo>
                    <a:pt x="1257" y="1816"/>
                  </a:lnTo>
                  <a:lnTo>
                    <a:pt x="1207" y="1806"/>
                  </a:lnTo>
                  <a:lnTo>
                    <a:pt x="1157" y="1793"/>
                  </a:lnTo>
                  <a:lnTo>
                    <a:pt x="1109" y="1777"/>
                  </a:lnTo>
                  <a:lnTo>
                    <a:pt x="1063" y="1760"/>
                  </a:lnTo>
                  <a:lnTo>
                    <a:pt x="1021" y="1739"/>
                  </a:lnTo>
                  <a:lnTo>
                    <a:pt x="983" y="1718"/>
                  </a:lnTo>
                  <a:lnTo>
                    <a:pt x="965" y="1706"/>
                  </a:lnTo>
                  <a:lnTo>
                    <a:pt x="950" y="1693"/>
                  </a:lnTo>
                  <a:lnTo>
                    <a:pt x="935" y="1679"/>
                  </a:lnTo>
                  <a:lnTo>
                    <a:pt x="921" y="1668"/>
                  </a:lnTo>
                  <a:lnTo>
                    <a:pt x="923" y="1700"/>
                  </a:lnTo>
                  <a:lnTo>
                    <a:pt x="927" y="1733"/>
                  </a:lnTo>
                  <a:lnTo>
                    <a:pt x="933" y="1766"/>
                  </a:lnTo>
                  <a:lnTo>
                    <a:pt x="940" y="1798"/>
                  </a:lnTo>
                  <a:lnTo>
                    <a:pt x="948" y="1829"/>
                  </a:lnTo>
                  <a:lnTo>
                    <a:pt x="960" y="1860"/>
                  </a:lnTo>
                  <a:lnTo>
                    <a:pt x="971" y="1890"/>
                  </a:lnTo>
                  <a:lnTo>
                    <a:pt x="985" y="1919"/>
                  </a:lnTo>
                  <a:lnTo>
                    <a:pt x="998" y="1948"/>
                  </a:lnTo>
                  <a:lnTo>
                    <a:pt x="1015" y="1975"/>
                  </a:lnTo>
                  <a:lnTo>
                    <a:pt x="1033" y="2002"/>
                  </a:lnTo>
                  <a:lnTo>
                    <a:pt x="1052" y="2027"/>
                  </a:lnTo>
                  <a:lnTo>
                    <a:pt x="1073" y="2052"/>
                  </a:lnTo>
                  <a:lnTo>
                    <a:pt x="1096" y="2075"/>
                  </a:lnTo>
                  <a:lnTo>
                    <a:pt x="1121" y="2096"/>
                  </a:lnTo>
                  <a:lnTo>
                    <a:pt x="1146" y="2117"/>
                  </a:lnTo>
                  <a:lnTo>
                    <a:pt x="1173" y="2136"/>
                  </a:lnTo>
                  <a:lnTo>
                    <a:pt x="1202" y="2153"/>
                  </a:lnTo>
                  <a:lnTo>
                    <a:pt x="1232" y="2169"/>
                  </a:lnTo>
                  <a:lnTo>
                    <a:pt x="1265" y="2182"/>
                  </a:lnTo>
                  <a:lnTo>
                    <a:pt x="1298" y="2196"/>
                  </a:lnTo>
                  <a:lnTo>
                    <a:pt x="1334" y="2205"/>
                  </a:lnTo>
                  <a:lnTo>
                    <a:pt x="1370" y="2215"/>
                  </a:lnTo>
                  <a:lnTo>
                    <a:pt x="1409" y="2221"/>
                  </a:lnTo>
                  <a:lnTo>
                    <a:pt x="1447" y="2224"/>
                  </a:lnTo>
                  <a:lnTo>
                    <a:pt x="1490" y="2226"/>
                  </a:lnTo>
                  <a:lnTo>
                    <a:pt x="1534" y="2226"/>
                  </a:lnTo>
                  <a:lnTo>
                    <a:pt x="1578" y="2224"/>
                  </a:lnTo>
                  <a:lnTo>
                    <a:pt x="1624" y="2219"/>
                  </a:lnTo>
                  <a:lnTo>
                    <a:pt x="1672" y="2213"/>
                  </a:lnTo>
                  <a:lnTo>
                    <a:pt x="1722" y="2201"/>
                  </a:lnTo>
                  <a:lnTo>
                    <a:pt x="1772" y="2190"/>
                  </a:lnTo>
                  <a:lnTo>
                    <a:pt x="1808" y="2182"/>
                  </a:lnTo>
                  <a:lnTo>
                    <a:pt x="1839" y="2178"/>
                  </a:lnTo>
                  <a:lnTo>
                    <a:pt x="1854" y="2178"/>
                  </a:lnTo>
                  <a:lnTo>
                    <a:pt x="1870" y="2180"/>
                  </a:lnTo>
                  <a:lnTo>
                    <a:pt x="1883" y="2182"/>
                  </a:lnTo>
                  <a:lnTo>
                    <a:pt x="1897" y="2186"/>
                  </a:lnTo>
                  <a:lnTo>
                    <a:pt x="1908" y="2192"/>
                  </a:lnTo>
                  <a:lnTo>
                    <a:pt x="1920" y="2199"/>
                  </a:lnTo>
                  <a:lnTo>
                    <a:pt x="1931" y="2207"/>
                  </a:lnTo>
                  <a:lnTo>
                    <a:pt x="1941" y="2217"/>
                  </a:lnTo>
                  <a:lnTo>
                    <a:pt x="1950" y="2228"/>
                  </a:lnTo>
                  <a:lnTo>
                    <a:pt x="1960" y="2244"/>
                  </a:lnTo>
                  <a:lnTo>
                    <a:pt x="1968" y="2259"/>
                  </a:lnTo>
                  <a:lnTo>
                    <a:pt x="1975" y="2276"/>
                  </a:lnTo>
                  <a:lnTo>
                    <a:pt x="1985" y="2299"/>
                  </a:lnTo>
                  <a:lnTo>
                    <a:pt x="1996" y="2320"/>
                  </a:lnTo>
                  <a:lnTo>
                    <a:pt x="2010" y="2340"/>
                  </a:lnTo>
                  <a:lnTo>
                    <a:pt x="2025" y="2357"/>
                  </a:lnTo>
                  <a:lnTo>
                    <a:pt x="2041" y="2370"/>
                  </a:lnTo>
                  <a:lnTo>
                    <a:pt x="2058" y="2384"/>
                  </a:lnTo>
                  <a:lnTo>
                    <a:pt x="2075" y="2393"/>
                  </a:lnTo>
                  <a:lnTo>
                    <a:pt x="2094" y="2403"/>
                  </a:lnTo>
                  <a:lnTo>
                    <a:pt x="2114" y="2409"/>
                  </a:lnTo>
                  <a:lnTo>
                    <a:pt x="2133" y="2414"/>
                  </a:lnTo>
                  <a:lnTo>
                    <a:pt x="2154" y="2418"/>
                  </a:lnTo>
                  <a:lnTo>
                    <a:pt x="2175" y="2420"/>
                  </a:lnTo>
                  <a:lnTo>
                    <a:pt x="2196" y="2420"/>
                  </a:lnTo>
                  <a:lnTo>
                    <a:pt x="2217" y="2420"/>
                  </a:lnTo>
                  <a:lnTo>
                    <a:pt x="2238" y="2420"/>
                  </a:lnTo>
                  <a:lnTo>
                    <a:pt x="2259" y="2418"/>
                  </a:lnTo>
                  <a:lnTo>
                    <a:pt x="2307" y="2413"/>
                  </a:lnTo>
                  <a:lnTo>
                    <a:pt x="2354" y="2409"/>
                  </a:lnTo>
                  <a:lnTo>
                    <a:pt x="2396" y="2409"/>
                  </a:lnTo>
                  <a:lnTo>
                    <a:pt x="2438" y="2411"/>
                  </a:lnTo>
                  <a:lnTo>
                    <a:pt x="2476" y="2413"/>
                  </a:lnTo>
                  <a:lnTo>
                    <a:pt x="2515" y="2418"/>
                  </a:lnTo>
                  <a:lnTo>
                    <a:pt x="2549" y="2428"/>
                  </a:lnTo>
                  <a:lnTo>
                    <a:pt x="2584" y="2438"/>
                  </a:lnTo>
                  <a:lnTo>
                    <a:pt x="2618" y="2451"/>
                  </a:lnTo>
                  <a:lnTo>
                    <a:pt x="2649" y="2466"/>
                  </a:lnTo>
                  <a:lnTo>
                    <a:pt x="2680" y="2485"/>
                  </a:lnTo>
                  <a:lnTo>
                    <a:pt x="2711" y="2505"/>
                  </a:lnTo>
                  <a:lnTo>
                    <a:pt x="2739" y="2530"/>
                  </a:lnTo>
                  <a:lnTo>
                    <a:pt x="2768" y="2555"/>
                  </a:lnTo>
                  <a:lnTo>
                    <a:pt x="2797" y="2585"/>
                  </a:lnTo>
                  <a:lnTo>
                    <a:pt x="2826" y="2616"/>
                  </a:lnTo>
                  <a:lnTo>
                    <a:pt x="2828" y="2589"/>
                  </a:lnTo>
                  <a:lnTo>
                    <a:pt x="2830" y="2562"/>
                  </a:lnTo>
                  <a:lnTo>
                    <a:pt x="2828" y="2537"/>
                  </a:lnTo>
                  <a:lnTo>
                    <a:pt x="2828" y="2510"/>
                  </a:lnTo>
                  <a:lnTo>
                    <a:pt x="2824" y="2487"/>
                  </a:lnTo>
                  <a:lnTo>
                    <a:pt x="2820" y="2462"/>
                  </a:lnTo>
                  <a:lnTo>
                    <a:pt x="2816" y="2439"/>
                  </a:lnTo>
                  <a:lnTo>
                    <a:pt x="2809" y="2416"/>
                  </a:lnTo>
                  <a:lnTo>
                    <a:pt x="2803" y="2395"/>
                  </a:lnTo>
                  <a:lnTo>
                    <a:pt x="2795" y="2374"/>
                  </a:lnTo>
                  <a:lnTo>
                    <a:pt x="2786" y="2353"/>
                  </a:lnTo>
                  <a:lnTo>
                    <a:pt x="2776" y="2334"/>
                  </a:lnTo>
                  <a:lnTo>
                    <a:pt x="2755" y="2295"/>
                  </a:lnTo>
                  <a:lnTo>
                    <a:pt x="2732" y="2261"/>
                  </a:lnTo>
                  <a:lnTo>
                    <a:pt x="2707" y="2226"/>
                  </a:lnTo>
                  <a:lnTo>
                    <a:pt x="2680" y="2198"/>
                  </a:lnTo>
                  <a:lnTo>
                    <a:pt x="2651" y="2169"/>
                  </a:lnTo>
                  <a:lnTo>
                    <a:pt x="2622" y="2144"/>
                  </a:lnTo>
                  <a:lnTo>
                    <a:pt x="2594" y="2119"/>
                  </a:lnTo>
                  <a:lnTo>
                    <a:pt x="2567" y="2098"/>
                  </a:lnTo>
                  <a:lnTo>
                    <a:pt x="2540" y="2080"/>
                  </a:lnTo>
                  <a:lnTo>
                    <a:pt x="2513" y="2063"/>
                  </a:lnTo>
                  <a:lnTo>
                    <a:pt x="2490" y="2048"/>
                  </a:lnTo>
                  <a:lnTo>
                    <a:pt x="2471" y="2032"/>
                  </a:lnTo>
                  <a:lnTo>
                    <a:pt x="2453" y="2019"/>
                  </a:lnTo>
                  <a:lnTo>
                    <a:pt x="2438" y="2004"/>
                  </a:lnTo>
                  <a:lnTo>
                    <a:pt x="2425" y="1988"/>
                  </a:lnTo>
                  <a:lnTo>
                    <a:pt x="2413" y="1973"/>
                  </a:lnTo>
                  <a:lnTo>
                    <a:pt x="2403" y="1960"/>
                  </a:lnTo>
                  <a:lnTo>
                    <a:pt x="2396" y="1944"/>
                  </a:lnTo>
                  <a:lnTo>
                    <a:pt x="2390" y="1931"/>
                  </a:lnTo>
                  <a:lnTo>
                    <a:pt x="2384" y="1915"/>
                  </a:lnTo>
                  <a:lnTo>
                    <a:pt x="2380" y="1902"/>
                  </a:lnTo>
                  <a:lnTo>
                    <a:pt x="2377" y="1888"/>
                  </a:lnTo>
                  <a:lnTo>
                    <a:pt x="2375" y="1862"/>
                  </a:lnTo>
                  <a:lnTo>
                    <a:pt x="2373" y="1837"/>
                  </a:lnTo>
                  <a:lnTo>
                    <a:pt x="2390" y="1856"/>
                  </a:lnTo>
                  <a:lnTo>
                    <a:pt x="2407" y="1873"/>
                  </a:lnTo>
                  <a:lnTo>
                    <a:pt x="2426" y="1890"/>
                  </a:lnTo>
                  <a:lnTo>
                    <a:pt x="2446" y="1906"/>
                  </a:lnTo>
                  <a:lnTo>
                    <a:pt x="2467" y="1919"/>
                  </a:lnTo>
                  <a:lnTo>
                    <a:pt x="2486" y="1931"/>
                  </a:lnTo>
                  <a:lnTo>
                    <a:pt x="2507" y="1942"/>
                  </a:lnTo>
                  <a:lnTo>
                    <a:pt x="2528" y="1954"/>
                  </a:lnTo>
                  <a:lnTo>
                    <a:pt x="2549" y="1963"/>
                  </a:lnTo>
                  <a:lnTo>
                    <a:pt x="2572" y="1971"/>
                  </a:lnTo>
                  <a:lnTo>
                    <a:pt x="2594" y="1979"/>
                  </a:lnTo>
                  <a:lnTo>
                    <a:pt x="2617" y="1986"/>
                  </a:lnTo>
                  <a:lnTo>
                    <a:pt x="2663" y="1996"/>
                  </a:lnTo>
                  <a:lnTo>
                    <a:pt x="2709" y="2004"/>
                  </a:lnTo>
                  <a:lnTo>
                    <a:pt x="2747" y="2009"/>
                  </a:lnTo>
                  <a:lnTo>
                    <a:pt x="2786" y="2017"/>
                  </a:lnTo>
                  <a:lnTo>
                    <a:pt x="2822" y="2025"/>
                  </a:lnTo>
                  <a:lnTo>
                    <a:pt x="2858" y="2032"/>
                  </a:lnTo>
                  <a:lnTo>
                    <a:pt x="2891" y="2042"/>
                  </a:lnTo>
                  <a:lnTo>
                    <a:pt x="2924" y="2052"/>
                  </a:lnTo>
                  <a:lnTo>
                    <a:pt x="2954" y="2063"/>
                  </a:lnTo>
                  <a:lnTo>
                    <a:pt x="2983" y="2075"/>
                  </a:lnTo>
                  <a:lnTo>
                    <a:pt x="3012" y="2088"/>
                  </a:lnTo>
                  <a:lnTo>
                    <a:pt x="3037" y="2102"/>
                  </a:lnTo>
                  <a:lnTo>
                    <a:pt x="3062" y="2117"/>
                  </a:lnTo>
                  <a:lnTo>
                    <a:pt x="3085" y="2134"/>
                  </a:lnTo>
                  <a:lnTo>
                    <a:pt x="3106" y="2151"/>
                  </a:lnTo>
                  <a:lnTo>
                    <a:pt x="3125" y="2169"/>
                  </a:lnTo>
                  <a:lnTo>
                    <a:pt x="3143" y="2188"/>
                  </a:lnTo>
                  <a:lnTo>
                    <a:pt x="3160" y="2209"/>
                  </a:lnTo>
                  <a:lnTo>
                    <a:pt x="3160" y="2180"/>
                  </a:lnTo>
                  <a:lnTo>
                    <a:pt x="3160" y="2151"/>
                  </a:lnTo>
                  <a:lnTo>
                    <a:pt x="3156" y="2125"/>
                  </a:lnTo>
                  <a:lnTo>
                    <a:pt x="3152" y="2100"/>
                  </a:lnTo>
                  <a:lnTo>
                    <a:pt x="3146" y="2075"/>
                  </a:lnTo>
                  <a:lnTo>
                    <a:pt x="3139" y="2052"/>
                  </a:lnTo>
                  <a:lnTo>
                    <a:pt x="3129" y="2029"/>
                  </a:lnTo>
                  <a:lnTo>
                    <a:pt x="3120" y="2008"/>
                  </a:lnTo>
                  <a:lnTo>
                    <a:pt x="3106" y="1988"/>
                  </a:lnTo>
                  <a:lnTo>
                    <a:pt x="3095" y="1969"/>
                  </a:lnTo>
                  <a:lnTo>
                    <a:pt x="3081" y="1950"/>
                  </a:lnTo>
                  <a:lnTo>
                    <a:pt x="3066" y="1933"/>
                  </a:lnTo>
                  <a:lnTo>
                    <a:pt x="3035" y="1900"/>
                  </a:lnTo>
                  <a:lnTo>
                    <a:pt x="3004" y="1871"/>
                  </a:lnTo>
                  <a:lnTo>
                    <a:pt x="2937" y="1817"/>
                  </a:lnTo>
                  <a:lnTo>
                    <a:pt x="2876" y="1769"/>
                  </a:lnTo>
                  <a:lnTo>
                    <a:pt x="2849" y="1746"/>
                  </a:lnTo>
                  <a:lnTo>
                    <a:pt x="2828" y="1721"/>
                  </a:lnTo>
                  <a:lnTo>
                    <a:pt x="2818" y="1710"/>
                  </a:lnTo>
                  <a:lnTo>
                    <a:pt x="2810" y="1698"/>
                  </a:lnTo>
                  <a:lnTo>
                    <a:pt x="2803" y="1685"/>
                  </a:lnTo>
                  <a:lnTo>
                    <a:pt x="2799" y="1673"/>
                  </a:lnTo>
                  <a:lnTo>
                    <a:pt x="2837" y="1698"/>
                  </a:lnTo>
                  <a:lnTo>
                    <a:pt x="2876" y="1718"/>
                  </a:lnTo>
                  <a:lnTo>
                    <a:pt x="2910" y="1735"/>
                  </a:lnTo>
                  <a:lnTo>
                    <a:pt x="2947" y="1746"/>
                  </a:lnTo>
                  <a:lnTo>
                    <a:pt x="2983" y="1756"/>
                  </a:lnTo>
                  <a:lnTo>
                    <a:pt x="3020" y="1760"/>
                  </a:lnTo>
                  <a:lnTo>
                    <a:pt x="3058" y="1762"/>
                  </a:lnTo>
                  <a:lnTo>
                    <a:pt x="3098" y="1760"/>
                  </a:lnTo>
                  <a:lnTo>
                    <a:pt x="3125" y="1758"/>
                  </a:lnTo>
                  <a:lnTo>
                    <a:pt x="3156" y="1752"/>
                  </a:lnTo>
                  <a:lnTo>
                    <a:pt x="3185" y="1746"/>
                  </a:lnTo>
                  <a:lnTo>
                    <a:pt x="3216" y="1739"/>
                  </a:lnTo>
                  <a:lnTo>
                    <a:pt x="3244" y="1733"/>
                  </a:lnTo>
                  <a:lnTo>
                    <a:pt x="3275" y="1727"/>
                  </a:lnTo>
                  <a:lnTo>
                    <a:pt x="3306" y="1723"/>
                  </a:lnTo>
                  <a:lnTo>
                    <a:pt x="3337" y="1721"/>
                  </a:lnTo>
                  <a:lnTo>
                    <a:pt x="3367" y="1721"/>
                  </a:lnTo>
                  <a:lnTo>
                    <a:pt x="3396" y="1725"/>
                  </a:lnTo>
                  <a:lnTo>
                    <a:pt x="3411" y="1729"/>
                  </a:lnTo>
                  <a:lnTo>
                    <a:pt x="3427" y="1735"/>
                  </a:lnTo>
                  <a:lnTo>
                    <a:pt x="3440" y="1741"/>
                  </a:lnTo>
                  <a:lnTo>
                    <a:pt x="3456" y="1746"/>
                  </a:lnTo>
                  <a:lnTo>
                    <a:pt x="3469" y="1756"/>
                  </a:lnTo>
                  <a:lnTo>
                    <a:pt x="3484" y="1766"/>
                  </a:lnTo>
                  <a:lnTo>
                    <a:pt x="3498" y="1777"/>
                  </a:lnTo>
                  <a:lnTo>
                    <a:pt x="3511" y="1791"/>
                  </a:lnTo>
                  <a:lnTo>
                    <a:pt x="3525" y="1806"/>
                  </a:lnTo>
                  <a:lnTo>
                    <a:pt x="3538" y="1823"/>
                  </a:lnTo>
                  <a:lnTo>
                    <a:pt x="3552" y="1840"/>
                  </a:lnTo>
                  <a:lnTo>
                    <a:pt x="3563" y="1862"/>
                  </a:lnTo>
                  <a:lnTo>
                    <a:pt x="3596" y="1842"/>
                  </a:lnTo>
                  <a:lnTo>
                    <a:pt x="3630" y="1827"/>
                  </a:lnTo>
                  <a:lnTo>
                    <a:pt x="3665" y="1814"/>
                  </a:lnTo>
                  <a:lnTo>
                    <a:pt x="3699" y="1804"/>
                  </a:lnTo>
                  <a:lnTo>
                    <a:pt x="3736" y="1798"/>
                  </a:lnTo>
                  <a:lnTo>
                    <a:pt x="3772" y="1794"/>
                  </a:lnTo>
                  <a:lnTo>
                    <a:pt x="3809" y="1794"/>
                  </a:lnTo>
                  <a:lnTo>
                    <a:pt x="3843" y="1796"/>
                  </a:lnTo>
                  <a:lnTo>
                    <a:pt x="3880" y="1800"/>
                  </a:lnTo>
                  <a:lnTo>
                    <a:pt x="3916" y="1808"/>
                  </a:lnTo>
                  <a:lnTo>
                    <a:pt x="3951" y="1816"/>
                  </a:lnTo>
                  <a:lnTo>
                    <a:pt x="3986" y="1827"/>
                  </a:lnTo>
                  <a:lnTo>
                    <a:pt x="4018" y="1839"/>
                  </a:lnTo>
                  <a:lnTo>
                    <a:pt x="4051" y="1854"/>
                  </a:lnTo>
                  <a:lnTo>
                    <a:pt x="4080" y="1869"/>
                  </a:lnTo>
                  <a:lnTo>
                    <a:pt x="4110" y="1887"/>
                  </a:lnTo>
                  <a:close/>
                  <a:moveTo>
                    <a:pt x="2246" y="1449"/>
                  </a:moveTo>
                  <a:lnTo>
                    <a:pt x="1862" y="1449"/>
                  </a:lnTo>
                  <a:lnTo>
                    <a:pt x="1862" y="1063"/>
                  </a:lnTo>
                  <a:lnTo>
                    <a:pt x="2246" y="1063"/>
                  </a:lnTo>
                  <a:lnTo>
                    <a:pt x="2246" y="14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i-FI"/>
            </a:p>
          </p:txBody>
        </p:sp>
      </p:grpSp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6EDC2816-715E-CCE5-53BA-B2B05884539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1B021A1-6BD4-49A7-92E2-FC3E77E7D7D7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438E3508-0C26-D549-826A-AFDD2DA0E2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  <p:sp>
        <p:nvSpPr>
          <p:cNvPr id="5" name="Otsikko 4">
            <a:extLst>
              <a:ext uri="{FF2B5EF4-FFF2-40B4-BE49-F238E27FC236}">
                <a16:creationId xmlns:a16="http://schemas.microsoft.com/office/drawing/2014/main" id="{29B638E7-E2A6-A1D1-87F0-B4077FBEF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000" y="3420000"/>
            <a:ext cx="11736000" cy="1466455"/>
          </a:xfrm>
        </p:spPr>
        <p:txBody>
          <a:bodyPr/>
          <a:lstStyle/>
          <a:p>
            <a:r>
              <a:rPr lang="en-GB" noProof="0" dirty="0"/>
              <a:t>Has polarization </a:t>
            </a:r>
            <a:br>
              <a:rPr lang="en-GB" noProof="0" dirty="0"/>
            </a:br>
            <a:r>
              <a:rPr lang="en-GB" noProof="0" dirty="0"/>
              <a:t>increased?</a:t>
            </a:r>
          </a:p>
        </p:txBody>
      </p:sp>
      <p:sp>
        <p:nvSpPr>
          <p:cNvPr id="6" name="Alaotsikko 5">
            <a:extLst>
              <a:ext uri="{FF2B5EF4-FFF2-40B4-BE49-F238E27FC236}">
                <a16:creationId xmlns:a16="http://schemas.microsoft.com/office/drawing/2014/main" id="{CFAF823E-4A84-0C54-C7CD-952F7263CA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/>
              <a:t>Karri Lumivirta, Janne Tompuri, Maarit Vilen</a:t>
            </a:r>
          </a:p>
        </p:txBody>
      </p:sp>
      <p:sp>
        <p:nvSpPr>
          <p:cNvPr id="12" name="Illustration source footnote"/>
          <p:cNvSpPr txBox="1"/>
          <p:nvPr/>
        </p:nvSpPr>
        <p:spPr>
          <a:xfrm>
            <a:off x="2606040" y="6236208"/>
            <a:ext cx="7452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05866"/>
                </a:solidFill>
                <a:latin typeface="Arial"/>
              </a:rPr>
              <a:t>[Sources]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05866"/>
                </a:solidFill>
                <a:latin typeface="Arial"/>
              </a:rPr>
              <a:t>Illustration: AI-generated, 12 October 2026. Conceptual illustration, not an actual event, document, or data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497814266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A69B9-67FA-7234-95F9-FB82B9A4E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8569675-FB9E-B3B3-EB79-08C15CDD0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800" y="802843"/>
            <a:ext cx="9721900" cy="970178"/>
          </a:xfrm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7233C"/>
                </a:solidFill>
                <a:latin typeface="Arial"/>
              </a:defRPr>
            </a:pPr>
            <a:r>
              <a:rPr lang="en-GB" sz="3400" b="1" noProof="0">
                <a:solidFill>
                  <a:srgbClr val="17233C"/>
                </a:solidFill>
                <a:latin typeface="Arial"/>
              </a:rPr>
              <a:t>Polarization – what and why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DC28FA3-778B-E06C-61FC-5088071CA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582" y="2084831"/>
            <a:ext cx="6611112" cy="3977639"/>
          </a:xfrm>
        </p:spPr>
        <p:txBody>
          <a:bodyPr wrap="square">
            <a:noAutofit/>
          </a:bodyPr>
          <a:lstStyle/>
          <a:p>
            <a:pPr marL="434975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252B36"/>
                </a:solidFill>
                <a:latin typeface="Arial"/>
              </a:defRPr>
            </a:pPr>
            <a:r>
              <a:rPr lang="en-GB" sz="2200" noProof="0">
                <a:solidFill>
                  <a:srgbClr val="252B36"/>
                </a:solidFill>
                <a:latin typeface="Arial"/>
              </a:rPr>
              <a:t>Understanding polarization matters for voters and democracy.</a:t>
            </a:r>
          </a:p>
          <a:p>
            <a:pPr marL="434975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252B36"/>
                </a:solidFill>
                <a:latin typeface="Arial"/>
              </a:defRPr>
            </a:pPr>
            <a:r>
              <a:rPr lang="en-GB" sz="2200" noProof="0">
                <a:solidFill>
                  <a:srgbClr val="252B36"/>
                </a:solidFill>
                <a:latin typeface="Arial"/>
              </a:rPr>
              <a:t>We analysed parliamentary debates to assess whether polarization is increasing.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7F24E1A5-878D-3E2E-DA4A-3964F2A8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ACB8D-2E7A-48A7-A94B-030165EC4793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ACA17528-3493-0C5A-D28B-89F430B8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  <p:pic>
        <p:nvPicPr>
          <p:cNvPr id="8" name="Kuvitus – dia 2" descr="AI-generated conceptual illustration. Not an actual event or data visualization."/>
          <p:cNvPicPr>
            <a:picLocks noChangeAspect="1"/>
          </p:cNvPicPr>
          <p:nvPr/>
        </p:nvPicPr>
        <p:blipFill>
          <a:blip r:embed="rId3"/>
          <a:srcRect t="15882" b="15882"/>
          <a:stretch>
            <a:fillRect/>
          </a:stretch>
        </p:blipFill>
        <p:spPr>
          <a:xfrm>
            <a:off x="7772400" y="2057400"/>
            <a:ext cx="3886200" cy="3977639"/>
          </a:xfrm>
          <a:prstGeom prst="rect">
            <a:avLst/>
          </a:prstGeom>
        </p:spPr>
      </p:pic>
      <p:sp>
        <p:nvSpPr>
          <p:cNvPr id="9" name="Illustration source footnote"/>
          <p:cNvSpPr txBox="1"/>
          <p:nvPr/>
        </p:nvSpPr>
        <p:spPr>
          <a:xfrm>
            <a:off x="2606040" y="6236208"/>
            <a:ext cx="7452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05866"/>
                </a:solidFill>
                <a:latin typeface="Arial"/>
              </a:rPr>
              <a:t>[Sources]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05866"/>
                </a:solidFill>
                <a:latin typeface="Arial"/>
              </a:rPr>
              <a:t>Illustration: AI-generated, 12 October 2026. Conceptual illustration, not an actual event, document, or data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906505971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DFDE8-848B-69BC-85B1-FAC91FD41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CD39AAC-D8C6-83C4-E6EB-F1E4709E5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582" y="2084831"/>
            <a:ext cx="6062472" cy="3977639"/>
          </a:xfrm>
        </p:spPr>
        <p:txBody>
          <a:bodyPr wrap="square">
            <a:noAutofit/>
          </a:bodyPr>
          <a:lstStyle/>
          <a:p>
            <a:pPr marL="434975" indent="-342900" algn="l"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2200">
                <a:solidFill>
                  <a:srgbClr val="252B36"/>
                </a:solidFill>
                <a:latin typeface="Arial"/>
              </a:defRPr>
            </a:pPr>
            <a:r>
              <a:rPr lang="en-GB" sz="2200" noProof="0" dirty="0">
                <a:solidFill>
                  <a:srgbClr val="252B36"/>
                </a:solidFill>
                <a:latin typeface="Arial"/>
              </a:rPr>
              <a:t>Our data consisted of 130,000 plenary speeches from 2015 to 2026.</a:t>
            </a:r>
          </a:p>
          <a:p>
            <a:pPr marL="434975" indent="-342900" algn="l"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2200">
                <a:solidFill>
                  <a:srgbClr val="252B36"/>
                </a:solidFill>
                <a:latin typeface="Arial"/>
              </a:defRPr>
            </a:pPr>
            <a:r>
              <a:rPr lang="en-GB" sz="2200" noProof="0" dirty="0">
                <a:solidFill>
                  <a:srgbClr val="252B36"/>
                </a:solidFill>
                <a:latin typeface="Arial"/>
              </a:rPr>
              <a:t>We used AI (Claude) for coding the model and for coding the analysis. </a:t>
            </a:r>
          </a:p>
          <a:p>
            <a:pPr marL="434975" indent="-342900" algn="l"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2200">
                <a:solidFill>
                  <a:srgbClr val="252B36"/>
                </a:solidFill>
                <a:latin typeface="Arial"/>
              </a:defRPr>
            </a:pPr>
            <a:r>
              <a:rPr lang="en-GB" dirty="0">
                <a:solidFill>
                  <a:srgbClr val="252B36"/>
                </a:solidFill>
                <a:latin typeface="Arial"/>
              </a:rPr>
              <a:t>Used model was multinominal logistic regression.</a:t>
            </a:r>
            <a:endParaRPr lang="en-GB" sz="2200" noProof="0" dirty="0">
              <a:solidFill>
                <a:srgbClr val="252B36"/>
              </a:solidFill>
              <a:latin typeface="Arial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  <a:defRPr sz="2200">
                <a:solidFill>
                  <a:srgbClr val="252B36"/>
                </a:solidFill>
                <a:latin typeface="Arial"/>
              </a:defRPr>
            </a:pPr>
            <a:r>
              <a:rPr lang="en-GB" sz="2200" noProof="0" dirty="0">
                <a:solidFill>
                  <a:srgbClr val="252B36"/>
                </a:solidFill>
                <a:latin typeface="Arial"/>
              </a:rPr>
              <a:t>We used the same </a:t>
            </a:r>
            <a:r>
              <a:rPr lang="en-GB" sz="2200" dirty="0">
                <a:solidFill>
                  <a:srgbClr val="252B36"/>
                </a:solidFill>
                <a:latin typeface="Arial"/>
              </a:rPr>
              <a:t>methodology as Simola et al. (</a:t>
            </a:r>
            <a:r>
              <a:rPr lang="en-GB" sz="2200" dirty="0">
                <a:solidFill>
                  <a:srgbClr val="252B36"/>
                </a:solidFill>
                <a:latin typeface="Arial"/>
                <a:hlinkClick r:id="rId3"/>
              </a:rPr>
              <a:t>2023</a:t>
            </a:r>
            <a:r>
              <a:rPr lang="en-GB" sz="2200" dirty="0">
                <a:solidFill>
                  <a:srgbClr val="252B36"/>
                </a:solidFill>
                <a:latin typeface="Arial"/>
              </a:rPr>
              <a:t>) with some additional analysis and inclusion of election data.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621C0563-9C57-60EC-7E91-B9CA40C0FD4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30ACB8D-2E7A-48A7-A94B-030165EC4793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03ECF9A5-5906-F04C-626E-703328208E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F64097EE-7193-519E-CFCE-BB12A2D3F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800" y="802843"/>
            <a:ext cx="9721900" cy="970178"/>
          </a:xfrm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7233C"/>
                </a:solidFill>
                <a:latin typeface="Arial"/>
              </a:defRPr>
            </a:pPr>
            <a:r>
              <a:rPr lang="en-GB" sz="3400" b="1" noProof="0">
                <a:solidFill>
                  <a:srgbClr val="17233C"/>
                </a:solidFill>
                <a:latin typeface="Arial"/>
              </a:rPr>
              <a:t>The method</a:t>
            </a:r>
          </a:p>
        </p:txBody>
      </p:sp>
      <p:sp>
        <p:nvSpPr>
          <p:cNvPr id="6" name="Suorakulmio: Pyöristetyt kulmat 5">
            <a:extLst>
              <a:ext uri="{FF2B5EF4-FFF2-40B4-BE49-F238E27FC236}">
                <a16:creationId xmlns:a16="http://schemas.microsoft.com/office/drawing/2014/main" id="{8E2AE3E0-9318-16A3-7B65-4E50A1D891AD}"/>
              </a:ext>
            </a:extLst>
          </p:cNvPr>
          <p:cNvSpPr/>
          <p:nvPr/>
        </p:nvSpPr>
        <p:spPr>
          <a:xfrm>
            <a:off x="7223760" y="5120640"/>
            <a:ext cx="4434840" cy="868680"/>
          </a:xfrm>
          <a:prstGeom prst="rect">
            <a:avLst/>
          </a:prstGeom>
          <a:solidFill>
            <a:srgbClr val="E8E1F5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7233C"/>
                </a:solidFill>
                <a:latin typeface="Arial"/>
              </a:defRPr>
            </a:pPr>
            <a:r>
              <a:rPr lang="fi-FI" sz="2200" dirty="0">
                <a:solidFill>
                  <a:srgbClr val="17233C"/>
                </a:solidFill>
                <a:latin typeface="Arial"/>
              </a:rPr>
              <a:t>130.00 </a:t>
            </a:r>
            <a:r>
              <a:rPr lang="fi-FI" sz="2200" dirty="0" err="1">
                <a:solidFill>
                  <a:srgbClr val="17233C"/>
                </a:solidFill>
                <a:latin typeface="Arial"/>
              </a:rPr>
              <a:t>plenary</a:t>
            </a:r>
            <a:r>
              <a:rPr lang="fi-FI" sz="2200" dirty="0">
                <a:solidFill>
                  <a:srgbClr val="17233C"/>
                </a:solidFill>
                <a:latin typeface="Arial"/>
              </a:rPr>
              <a:t> </a:t>
            </a:r>
            <a:r>
              <a:rPr lang="fi-FI" sz="2200" dirty="0" err="1">
                <a:solidFill>
                  <a:srgbClr val="17233C"/>
                </a:solidFill>
                <a:latin typeface="Arial"/>
              </a:rPr>
              <a:t>speechers</a:t>
            </a:r>
            <a:r>
              <a:rPr lang="fi-FI" sz="2200" dirty="0">
                <a:solidFill>
                  <a:srgbClr val="17233C"/>
                </a:solidFill>
                <a:latin typeface="Arial"/>
              </a:rPr>
              <a:t>, 2015-2026</a:t>
            </a:r>
          </a:p>
        </p:txBody>
      </p:sp>
      <p:pic>
        <p:nvPicPr>
          <p:cNvPr id="8" name="Kuvitus – dia 3" descr="AI-generated conceptual illustration. Not an actual event or data visualization."/>
          <p:cNvPicPr>
            <a:picLocks noChangeAspect="1"/>
          </p:cNvPicPr>
          <p:nvPr/>
        </p:nvPicPr>
        <p:blipFill>
          <a:blip r:embed="rId4"/>
          <a:srcRect t="1753" b="1753"/>
          <a:stretch>
            <a:fillRect/>
          </a:stretch>
        </p:blipFill>
        <p:spPr>
          <a:xfrm>
            <a:off x="7223760" y="2057400"/>
            <a:ext cx="4434840" cy="2852928"/>
          </a:xfrm>
          <a:prstGeom prst="rect">
            <a:avLst/>
          </a:prstGeom>
        </p:spPr>
      </p:pic>
      <p:sp>
        <p:nvSpPr>
          <p:cNvPr id="9" name="Illustration source footnote"/>
          <p:cNvSpPr txBox="1"/>
          <p:nvPr/>
        </p:nvSpPr>
        <p:spPr>
          <a:xfrm>
            <a:off x="2606040" y="6236208"/>
            <a:ext cx="7452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05866"/>
                </a:solidFill>
                <a:latin typeface="Arial"/>
              </a:rPr>
              <a:t>[Sources]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05866"/>
                </a:solidFill>
                <a:latin typeface="Arial"/>
              </a:rPr>
              <a:t>Illustration: AI-generated, 12 October 2026. Conceptual illustration, not an actual event, document, or data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580857304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A39E5-4B84-754B-647C-85161791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1893644-574F-0423-2D11-AE55441C2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582" y="2084831"/>
            <a:ext cx="6062472" cy="3977639"/>
          </a:xfrm>
        </p:spPr>
        <p:txBody>
          <a:bodyPr wrap="square">
            <a:noAutofit/>
          </a:bodyPr>
          <a:lstStyle/>
          <a:p>
            <a:pPr marL="434975" indent="-342900"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  <a:defRPr sz="2200">
                <a:solidFill>
                  <a:srgbClr val="252B36"/>
                </a:solidFill>
                <a:latin typeface="Arial"/>
              </a:defRPr>
            </a:pPr>
            <a:r>
              <a:rPr lang="en-GB" sz="2200" noProof="0" dirty="0">
                <a:solidFill>
                  <a:srgbClr val="252B36"/>
                </a:solidFill>
                <a:latin typeface="Arial"/>
              </a:rPr>
              <a:t>We developed a model which is trying to predict the party of the speaker based on the language the politician is using.</a:t>
            </a:r>
          </a:p>
          <a:p>
            <a:pPr marL="434975" indent="-342900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  <a:defRPr sz="2200">
                <a:solidFill>
                  <a:srgbClr val="252B36"/>
                </a:solidFill>
                <a:latin typeface="Arial"/>
              </a:defRPr>
            </a:pPr>
            <a:r>
              <a:rPr lang="en-GB" dirty="0">
                <a:solidFill>
                  <a:srgbClr val="252B36"/>
                </a:solidFill>
                <a:latin typeface="Arial"/>
              </a:rPr>
              <a:t>Easier predictions over time indicate greater differences in party language.</a:t>
            </a:r>
            <a:endParaRPr lang="en-GB" dirty="0"/>
          </a:p>
          <a:p>
            <a:pPr marL="434975" indent="-342900"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  <a:defRPr sz="2200">
                <a:solidFill>
                  <a:srgbClr val="252B36"/>
                </a:solidFill>
                <a:latin typeface="Arial"/>
              </a:defRPr>
            </a:pPr>
            <a:endParaRPr lang="en-GB" sz="2200" noProof="0" dirty="0">
              <a:solidFill>
                <a:srgbClr val="252B36"/>
              </a:solidFill>
              <a:latin typeface="Arial"/>
            </a:endParaRP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35EE172F-E441-BC53-177C-A5F4D0B4B91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30ACB8D-2E7A-48A7-A94B-030165EC4793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D661E7AB-25BE-2582-6B59-D50F135F94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909EC75F-4AE6-E593-71BF-B8167BB33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800" y="802843"/>
            <a:ext cx="9721900" cy="970178"/>
          </a:xfrm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7233C"/>
                </a:solidFill>
                <a:latin typeface="Arial"/>
              </a:defRPr>
            </a:pPr>
            <a:r>
              <a:rPr lang="en-GB" sz="3400" b="1">
                <a:solidFill>
                  <a:srgbClr val="17233C"/>
                </a:solidFill>
                <a:latin typeface="Arial"/>
              </a:rPr>
              <a:t>Logic of the model</a:t>
            </a:r>
            <a:endParaRPr lang="en-GB" noProof="0"/>
          </a:p>
        </p:txBody>
      </p:sp>
      <p:sp>
        <p:nvSpPr>
          <p:cNvPr id="14" name="Separability – matching callout">
            <a:extLst>
              <a:ext uri="{FF2B5EF4-FFF2-40B4-BE49-F238E27FC236}">
                <a16:creationId xmlns:a16="http://schemas.microsoft.com/office/drawing/2014/main" id="{8E2AE3E0-9318-16A3-7B65-4E50A1D891AD}"/>
              </a:ext>
            </a:extLst>
          </p:cNvPr>
          <p:cNvSpPr/>
          <p:nvPr/>
        </p:nvSpPr>
        <p:spPr>
          <a:xfrm>
            <a:off x="7223760" y="4878324"/>
            <a:ext cx="4434840" cy="868680"/>
          </a:xfrm>
          <a:prstGeom prst="rect">
            <a:avLst/>
          </a:prstGeom>
          <a:solidFill>
            <a:srgbClr val="E8E1F5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7233C"/>
                </a:solidFill>
                <a:latin typeface="Arial"/>
              </a:defRPr>
            </a:pPr>
            <a:r>
              <a:rPr lang="fi-FI" sz="2200">
                <a:solidFill>
                  <a:srgbClr val="17233C"/>
                </a:solidFill>
                <a:latin typeface="Arial"/>
              </a:rPr>
              <a:t>1 in 3 correct guesses today, up from 1 in 4</a:t>
            </a:r>
          </a:p>
        </p:txBody>
      </p:sp>
      <p:pic>
        <p:nvPicPr>
          <p:cNvPr id="15" name="Kuvitus – dia 4" descr="AI-generated conceptual illustration. Not an actual event or data visualization."/>
          <p:cNvPicPr>
            <a:picLocks noChangeAspect="1"/>
          </p:cNvPicPr>
          <p:nvPr/>
        </p:nvPicPr>
        <p:blipFill>
          <a:blip r:embed="rId3"/>
          <a:srcRect t="9021" b="9021"/>
          <a:stretch>
            <a:fillRect/>
          </a:stretch>
        </p:blipFill>
        <p:spPr>
          <a:xfrm>
            <a:off x="7223760" y="2057400"/>
            <a:ext cx="4434840" cy="2423160"/>
          </a:xfrm>
          <a:prstGeom prst="rect">
            <a:avLst/>
          </a:prstGeom>
        </p:spPr>
      </p:pic>
      <p:sp>
        <p:nvSpPr>
          <p:cNvPr id="16" name="Illustration source footnote"/>
          <p:cNvSpPr txBox="1"/>
          <p:nvPr/>
        </p:nvSpPr>
        <p:spPr>
          <a:xfrm>
            <a:off x="2606040" y="6236208"/>
            <a:ext cx="7452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05866"/>
                </a:solidFill>
                <a:latin typeface="Arial"/>
              </a:rPr>
              <a:t>[Sources]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05866"/>
                </a:solidFill>
                <a:latin typeface="Arial"/>
              </a:rPr>
              <a:t>Illustration: AI-generated, 12 October 2026. Conceptual illustration, not an actual event, document, or data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07739384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B51EC-E027-E81D-24A0-89456F95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isällön paikkamerkki 5">
            <a:extLst>
              <a:ext uri="{FF2B5EF4-FFF2-40B4-BE49-F238E27FC236}">
                <a16:creationId xmlns:a16="http://schemas.microsoft.com/office/drawing/2014/main" id="{18FAA8FB-B19C-2BD8-456A-6C2AB1CE7B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66574" y="2132857"/>
            <a:ext cx="4015957" cy="376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pic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5DE85BDB-3BEE-2E27-8827-7DE721282D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30ACB8D-2E7A-48A7-A94B-030165EC4793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5AC66208-BC6E-31BD-63B6-DCC47E4130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A26DC647-EBBD-97E2-E0FE-2E7A110E0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800" y="802843"/>
            <a:ext cx="9721900" cy="970178"/>
          </a:xfrm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7233C"/>
                </a:solidFill>
                <a:latin typeface="Arial"/>
              </a:defRPr>
            </a:pPr>
            <a:r>
              <a:rPr lang="en-GB" sz="3400" b="1" noProof="0">
                <a:solidFill>
                  <a:srgbClr val="17233C"/>
                </a:solidFill>
                <a:latin typeface="Arial"/>
              </a:rPr>
              <a:t>Preliminary results </a:t>
            </a:r>
          </a:p>
        </p:txBody>
      </p:sp>
      <p:pic>
        <p:nvPicPr>
          <p:cNvPr id="14" name="Sisällön paikkamerkki 13">
            <a:extLst>
              <a:ext uri="{FF2B5EF4-FFF2-40B4-BE49-F238E27FC236}">
                <a16:creationId xmlns:a16="http://schemas.microsoft.com/office/drawing/2014/main" id="{00656133-2AA3-BD79-6475-7C4D25B80084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rcRect/>
          <a:stretch>
            <a:fillRect/>
          </a:stretch>
        </p:blipFill>
        <p:spPr>
          <a:xfrm>
            <a:off x="6858000" y="2057400"/>
            <a:ext cx="4296522" cy="39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16826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6AADF-3C77-7B28-B6C8-BC4D5FDDD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8D6F2ED-6B89-4CB4-BA75-3224D2ABB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800" y="802843"/>
            <a:ext cx="9721900" cy="970178"/>
          </a:xfrm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7233C"/>
                </a:solidFill>
                <a:latin typeface="Arial"/>
              </a:defRPr>
            </a:pPr>
            <a:r>
              <a:rPr lang="en-GB" sz="3400" b="1" noProof="0">
                <a:solidFill>
                  <a:srgbClr val="17233C"/>
                </a:solidFill>
                <a:latin typeface="Arial"/>
              </a:rPr>
              <a:t>Worth of noting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3A8C2A1-3EB3-9490-58D6-64DE1C4B4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582" y="2084831"/>
            <a:ext cx="6611112" cy="3977639"/>
          </a:xfrm>
        </p:spPr>
        <p:txBody>
          <a:bodyPr wrap="square">
            <a:noAutofit/>
          </a:bodyPr>
          <a:lstStyle/>
          <a:p>
            <a:pPr marL="434975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52B36"/>
                </a:solidFill>
                <a:latin typeface="Arial"/>
              </a:defRPr>
            </a:pPr>
            <a:r>
              <a:rPr lang="en-GB" sz="2100" noProof="0">
                <a:solidFill>
                  <a:srgbClr val="252B36"/>
                </a:solidFill>
                <a:latin typeface="Arial"/>
              </a:rPr>
              <a:t>Parties may discuss different topics: immigration for the True Finns, climate for the Greens.</a:t>
            </a:r>
          </a:p>
          <a:p>
            <a:pPr marL="434975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52B36"/>
                </a:solidFill>
                <a:latin typeface="Arial"/>
              </a:defRPr>
            </a:pPr>
            <a:r>
              <a:rPr lang="en-GB" sz="2100" noProof="0">
                <a:solidFill>
                  <a:srgbClr val="252B36"/>
                </a:solidFill>
                <a:latin typeface="Arial"/>
              </a:rPr>
              <a:t>Three governments across three terms complicate separating trends from government effects.</a:t>
            </a:r>
          </a:p>
          <a:p>
            <a:pPr marL="434975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52B36"/>
                </a:solidFill>
                <a:latin typeface="Arial"/>
              </a:defRPr>
            </a:pPr>
            <a:r>
              <a:rPr lang="en-GB" sz="2100" noProof="0">
                <a:solidFill>
                  <a:srgbClr val="252B36"/>
                </a:solidFill>
                <a:latin typeface="Arial"/>
              </a:rPr>
              <a:t>The study measures language, not opinions.</a:t>
            </a:r>
          </a:p>
          <a:p>
            <a:pPr marL="434975" indent="-3429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52B36"/>
                </a:solidFill>
                <a:latin typeface="Arial"/>
              </a:defRPr>
            </a:pPr>
            <a:r>
              <a:rPr lang="en-GB" sz="2100">
                <a:solidFill>
                  <a:srgbClr val="252B36"/>
                </a:solidFill>
                <a:latin typeface="Arial"/>
              </a:rPr>
              <a:t>A century-long study places peak division in the 1970s. Recent data show Finnish parties moving further apart into two blocs.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EF129A2D-99D2-028D-111F-F1E4673DA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ACB8D-2E7A-48A7-A94B-030165EC4793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AD4EFDA6-4DDF-D5AA-DAD6-1971A5B7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pic>
        <p:nvPicPr>
          <p:cNvPr id="8" name="Kuvitus – dia 6" descr="AI-generated conceptual illustration. Not an actual event or data visualization."/>
          <p:cNvPicPr>
            <a:picLocks noChangeAspect="1"/>
          </p:cNvPicPr>
          <p:nvPr/>
        </p:nvPicPr>
        <p:blipFill>
          <a:blip r:embed="rId3"/>
          <a:srcRect t="15882" b="15882"/>
          <a:stretch>
            <a:fillRect/>
          </a:stretch>
        </p:blipFill>
        <p:spPr>
          <a:xfrm>
            <a:off x="7772400" y="2057400"/>
            <a:ext cx="3886200" cy="3977639"/>
          </a:xfrm>
          <a:prstGeom prst="rect">
            <a:avLst/>
          </a:prstGeom>
        </p:spPr>
      </p:pic>
      <p:sp>
        <p:nvSpPr>
          <p:cNvPr id="9" name="Illustration source footnote"/>
          <p:cNvSpPr txBox="1"/>
          <p:nvPr/>
        </p:nvSpPr>
        <p:spPr>
          <a:xfrm>
            <a:off x="2606040" y="6236208"/>
            <a:ext cx="7452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05866"/>
                </a:solidFill>
                <a:latin typeface="Arial"/>
              </a:rPr>
              <a:t>[Sources]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05866"/>
                </a:solidFill>
                <a:latin typeface="Arial"/>
              </a:rPr>
              <a:t>Illustration: AI-generated, 12 October 2026. Conceptual illustration, not an actual event, document, or data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732904440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2956FB44-7374-81CF-97AF-C60AEAB75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582" y="2926080"/>
            <a:ext cx="5577840" cy="2194560"/>
          </a:xfrm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  <a:defRPr sz="2200">
                <a:solidFill>
                  <a:srgbClr val="252B36"/>
                </a:solidFill>
                <a:latin typeface="Arial"/>
              </a:defRPr>
            </a:pPr>
            <a:r>
              <a:rPr lang="en-GB" sz="2200" noProof="0" dirty="0">
                <a:solidFill>
                  <a:srgbClr val="252B36"/>
                </a:solidFill>
                <a:latin typeface="Arial"/>
              </a:rPr>
              <a:t>Link to our blog:</a:t>
            </a:r>
          </a:p>
          <a:p>
            <a:pPr marL="92075" indent="0" algn="l"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  <a:buNone/>
              <a:defRPr sz="2200">
                <a:solidFill>
                  <a:srgbClr val="252B36"/>
                </a:solidFill>
                <a:latin typeface="Arial"/>
              </a:defRPr>
            </a:pPr>
            <a:r>
              <a:rPr lang="fi-FI" sz="2200" dirty="0">
                <a:solidFill>
                  <a:srgbClr val="252B36"/>
                </a:solidFill>
                <a:latin typeface="Arial"/>
                <a:hlinkClick r:id="rId3"/>
              </a:rPr>
              <a:t>https://jtompuri.github.io/data-science-mini-project/</a:t>
            </a:r>
            <a:endParaRPr lang="fi-FI" dirty="0">
              <a:solidFill>
                <a:srgbClr val="252B36"/>
              </a:solidFill>
              <a:latin typeface="Arial"/>
            </a:endParaRPr>
          </a:p>
          <a:p>
            <a:pPr marL="92075" indent="0" algn="l"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  <a:buNone/>
              <a:defRPr sz="2200">
                <a:solidFill>
                  <a:srgbClr val="252B36"/>
                </a:solidFill>
                <a:latin typeface="Arial"/>
              </a:defRPr>
            </a:pPr>
            <a:r>
              <a:rPr lang="fi-FI" sz="1200" dirty="0">
                <a:solidFill>
                  <a:srgbClr val="252B36"/>
                </a:solidFill>
                <a:latin typeface="Arial"/>
              </a:rPr>
              <a:t>AI (Microsoft </a:t>
            </a:r>
            <a:r>
              <a:rPr lang="fi-FI" sz="1200" dirty="0" err="1">
                <a:solidFill>
                  <a:srgbClr val="252B36"/>
                </a:solidFill>
                <a:latin typeface="Arial"/>
              </a:rPr>
              <a:t>copilot</a:t>
            </a:r>
            <a:r>
              <a:rPr lang="fi-FI" sz="1200" dirty="0">
                <a:solidFill>
                  <a:srgbClr val="252B36"/>
                </a:solidFill>
                <a:latin typeface="Arial"/>
              </a:rPr>
              <a:t>) </a:t>
            </a:r>
            <a:r>
              <a:rPr lang="fi-FI" sz="1200" dirty="0" err="1">
                <a:solidFill>
                  <a:srgbClr val="252B36"/>
                </a:solidFill>
                <a:latin typeface="Arial"/>
              </a:rPr>
              <a:t>has</a:t>
            </a:r>
            <a:r>
              <a:rPr lang="fi-FI" sz="1200" dirty="0">
                <a:solidFill>
                  <a:srgbClr val="252B36"/>
                </a:solidFill>
                <a:latin typeface="Arial"/>
              </a:rPr>
              <a:t> </a:t>
            </a:r>
            <a:r>
              <a:rPr lang="fi-FI" sz="1200" dirty="0" err="1">
                <a:solidFill>
                  <a:srgbClr val="252B36"/>
                </a:solidFill>
                <a:latin typeface="Arial"/>
              </a:rPr>
              <a:t>been</a:t>
            </a:r>
            <a:r>
              <a:rPr lang="fi-FI" sz="1200" dirty="0">
                <a:solidFill>
                  <a:srgbClr val="252B36"/>
                </a:solidFill>
                <a:latin typeface="Arial"/>
              </a:rPr>
              <a:t> </a:t>
            </a:r>
            <a:r>
              <a:rPr lang="fi-FI" sz="1200" dirty="0" err="1">
                <a:solidFill>
                  <a:srgbClr val="252B36"/>
                </a:solidFill>
                <a:latin typeface="Arial"/>
              </a:rPr>
              <a:t>used</a:t>
            </a:r>
            <a:r>
              <a:rPr lang="fi-FI" sz="1200" dirty="0">
                <a:solidFill>
                  <a:srgbClr val="252B36"/>
                </a:solidFill>
                <a:latin typeface="Arial"/>
              </a:rPr>
              <a:t> to </a:t>
            </a:r>
            <a:r>
              <a:rPr lang="fi-FI" sz="1200" dirty="0" err="1">
                <a:solidFill>
                  <a:srgbClr val="252B36"/>
                </a:solidFill>
                <a:latin typeface="Arial"/>
              </a:rPr>
              <a:t>improve</a:t>
            </a:r>
            <a:r>
              <a:rPr lang="fi-FI" sz="1200" dirty="0">
                <a:solidFill>
                  <a:srgbClr val="252B36"/>
                </a:solidFill>
                <a:latin typeface="Arial"/>
              </a:rPr>
              <a:t> </a:t>
            </a:r>
            <a:r>
              <a:rPr lang="fi-FI" sz="1200" dirty="0" err="1">
                <a:solidFill>
                  <a:srgbClr val="252B36"/>
                </a:solidFill>
                <a:latin typeface="Arial"/>
              </a:rPr>
              <a:t>the</a:t>
            </a:r>
            <a:r>
              <a:rPr lang="fi-FI" sz="1200" dirty="0">
                <a:solidFill>
                  <a:srgbClr val="252B36"/>
                </a:solidFill>
                <a:latin typeface="Arial"/>
              </a:rPr>
              <a:t> layout and </a:t>
            </a:r>
            <a:r>
              <a:rPr lang="fi-FI" sz="1200" dirty="0" err="1">
                <a:solidFill>
                  <a:srgbClr val="252B36"/>
                </a:solidFill>
                <a:latin typeface="Arial"/>
              </a:rPr>
              <a:t>language</a:t>
            </a:r>
            <a:r>
              <a:rPr lang="fi-FI" sz="1200" dirty="0">
                <a:solidFill>
                  <a:srgbClr val="252B36"/>
                </a:solidFill>
                <a:latin typeface="Arial"/>
              </a:rPr>
              <a:t> of </a:t>
            </a:r>
            <a:r>
              <a:rPr lang="fi-FI" sz="1200" dirty="0" err="1">
                <a:solidFill>
                  <a:srgbClr val="252B36"/>
                </a:solidFill>
                <a:latin typeface="Arial"/>
              </a:rPr>
              <a:t>the</a:t>
            </a:r>
            <a:r>
              <a:rPr lang="fi-FI" sz="1200" dirty="0">
                <a:solidFill>
                  <a:srgbClr val="252B36"/>
                </a:solidFill>
                <a:latin typeface="Arial"/>
              </a:rPr>
              <a:t> </a:t>
            </a:r>
            <a:r>
              <a:rPr lang="fi-FI" sz="1200" dirty="0" err="1">
                <a:solidFill>
                  <a:srgbClr val="252B36"/>
                </a:solidFill>
                <a:latin typeface="Arial"/>
              </a:rPr>
              <a:t>slides</a:t>
            </a:r>
            <a:r>
              <a:rPr lang="fi-FI" sz="1200" dirty="0">
                <a:solidFill>
                  <a:srgbClr val="252B36"/>
                </a:solidFill>
                <a:latin typeface="Arial"/>
              </a:rPr>
              <a:t>.</a:t>
            </a:r>
          </a:p>
          <a:p>
            <a:pPr marL="92075" indent="0">
              <a:spcBef>
                <a:spcPts val="0"/>
              </a:spcBef>
              <a:spcAft>
                <a:spcPts val="1500"/>
              </a:spcAft>
              <a:buNone/>
              <a:defRPr sz="2200">
                <a:solidFill>
                  <a:srgbClr val="252B36"/>
                </a:solidFill>
                <a:latin typeface="Arial"/>
              </a:defRPr>
            </a:pPr>
            <a:r>
              <a:rPr lang="fi-FI" sz="1200" dirty="0" err="1">
                <a:solidFill>
                  <a:srgbClr val="252B36"/>
                </a:solidFill>
                <a:latin typeface="Arial"/>
              </a:rPr>
              <a:t>References</a:t>
            </a:r>
            <a:r>
              <a:rPr lang="fi-FI" sz="1200">
                <a:solidFill>
                  <a:srgbClr val="252B36"/>
                </a:solidFill>
                <a:latin typeface="Arial"/>
              </a:rPr>
              <a:t>: Simola</a:t>
            </a:r>
            <a:r>
              <a:rPr lang="fi-FI" sz="1200" dirty="0">
                <a:solidFill>
                  <a:srgbClr val="252B36"/>
                </a:solidFill>
                <a:latin typeface="Arial"/>
              </a:rPr>
              <a:t>, Salla, Jeremias Nieminen, and Janne Tukiainen. 2023. “A </a:t>
            </a:r>
            <a:r>
              <a:rPr lang="fi-FI" sz="1200" dirty="0" err="1">
                <a:solidFill>
                  <a:srgbClr val="252B36"/>
                </a:solidFill>
                <a:latin typeface="Arial"/>
              </a:rPr>
              <a:t>Century</a:t>
            </a:r>
            <a:r>
              <a:rPr lang="fi-FI" sz="1200" dirty="0">
                <a:solidFill>
                  <a:srgbClr val="252B36"/>
                </a:solidFill>
                <a:latin typeface="Arial"/>
              </a:rPr>
              <a:t> of </a:t>
            </a:r>
            <a:r>
              <a:rPr lang="fi-FI" sz="1200" dirty="0" err="1">
                <a:solidFill>
                  <a:srgbClr val="252B36"/>
                </a:solidFill>
                <a:latin typeface="Arial"/>
              </a:rPr>
              <a:t>Partisanship</a:t>
            </a:r>
            <a:r>
              <a:rPr lang="fi-FI" sz="1200" dirty="0">
                <a:solidFill>
                  <a:srgbClr val="252B36"/>
                </a:solidFill>
                <a:latin typeface="Arial"/>
              </a:rPr>
              <a:t> in </a:t>
            </a:r>
            <a:r>
              <a:rPr lang="fi-FI" sz="1200" dirty="0" err="1">
                <a:solidFill>
                  <a:srgbClr val="252B36"/>
                </a:solidFill>
                <a:latin typeface="Arial"/>
              </a:rPr>
              <a:t>Finnish</a:t>
            </a:r>
            <a:r>
              <a:rPr lang="fi-FI" sz="1200" dirty="0">
                <a:solidFill>
                  <a:srgbClr val="252B36"/>
                </a:solidFill>
                <a:latin typeface="Arial"/>
              </a:rPr>
              <a:t> </a:t>
            </a:r>
            <a:r>
              <a:rPr lang="fi-FI" sz="1200" dirty="0" err="1">
                <a:solidFill>
                  <a:srgbClr val="252B36"/>
                </a:solidFill>
                <a:latin typeface="Arial"/>
              </a:rPr>
              <a:t>Political</a:t>
            </a:r>
            <a:r>
              <a:rPr lang="fi-FI" sz="1200" dirty="0">
                <a:solidFill>
                  <a:srgbClr val="252B36"/>
                </a:solidFill>
                <a:latin typeface="Arial"/>
              </a:rPr>
              <a:t> </a:t>
            </a:r>
            <a:r>
              <a:rPr lang="fi-FI" sz="1200" dirty="0" err="1">
                <a:solidFill>
                  <a:srgbClr val="252B36"/>
                </a:solidFill>
                <a:latin typeface="Arial"/>
              </a:rPr>
              <a:t>Speech</a:t>
            </a:r>
            <a:r>
              <a:rPr lang="fi-FI" sz="1200" dirty="0">
                <a:solidFill>
                  <a:srgbClr val="252B36"/>
                </a:solidFill>
                <a:latin typeface="Arial"/>
              </a:rPr>
              <a:t>.” </a:t>
            </a:r>
            <a:r>
              <a:rPr lang="fi-FI" sz="1200" i="1" dirty="0">
                <a:solidFill>
                  <a:srgbClr val="252B36"/>
                </a:solidFill>
                <a:latin typeface="Arial"/>
              </a:rPr>
              <a:t>Aboa Centre for </a:t>
            </a:r>
            <a:r>
              <a:rPr lang="fi-FI" sz="1200" i="1" dirty="0" err="1">
                <a:solidFill>
                  <a:srgbClr val="252B36"/>
                </a:solidFill>
                <a:latin typeface="Arial"/>
              </a:rPr>
              <a:t>Economics</a:t>
            </a:r>
            <a:r>
              <a:rPr lang="fi-FI" sz="1200" i="1" dirty="0">
                <a:solidFill>
                  <a:srgbClr val="252B36"/>
                </a:solidFill>
                <a:latin typeface="Arial"/>
              </a:rPr>
              <a:t> </a:t>
            </a:r>
            <a:r>
              <a:rPr lang="fi-FI" sz="1200" i="1" dirty="0" err="1">
                <a:solidFill>
                  <a:srgbClr val="252B36"/>
                </a:solidFill>
                <a:latin typeface="Arial"/>
              </a:rPr>
              <a:t>Discussion</a:t>
            </a:r>
            <a:r>
              <a:rPr lang="fi-FI" sz="1200" i="1" dirty="0">
                <a:solidFill>
                  <a:srgbClr val="252B36"/>
                </a:solidFill>
                <a:latin typeface="Arial"/>
              </a:rPr>
              <a:t> Paper</a:t>
            </a:r>
            <a:r>
              <a:rPr lang="fi-FI" sz="1200" dirty="0">
                <a:solidFill>
                  <a:srgbClr val="252B36"/>
                </a:solidFill>
                <a:latin typeface="Arial"/>
              </a:rPr>
              <a:t>, no. 160.</a:t>
            </a:r>
          </a:p>
        </p:txBody>
      </p:sp>
      <p:pic>
        <p:nvPicPr>
          <p:cNvPr id="9" name="Kuvitus – avoin kirja" descr="AI-generated conceptual illustration of shared knowledge.">
            <a:extLst>
              <a:ext uri="{FF2B5EF4-FFF2-40B4-BE49-F238E27FC236}">
                <a16:creationId xmlns:a16="http://schemas.microsoft.com/office/drawing/2014/main" id="{974F52F4-0E95-F024-3C30-00E67F9A0977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23760" y="2057400"/>
            <a:ext cx="4434840" cy="3977639"/>
          </a:xfrm>
        </p:spPr>
      </p:pic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D2D38E17-A76E-BA76-CB4E-0398096ECB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86F0238F-2308-4A48-B2E1-00FCB2BFEC78}" type="datetime1">
              <a:rPr lang="en-GB" smtClean="0"/>
              <a:t>14/10/2026</a:t>
            </a:fld>
            <a:endParaRPr lang="fi-FI" dirty="0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0D2E0DC1-1349-B8F7-745D-4FA6DD979B1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669315E-5A66-CF44-AE5D-C333B2F730C4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sp>
        <p:nvSpPr>
          <p:cNvPr id="7" name="Otsikko 6">
            <a:extLst>
              <a:ext uri="{FF2B5EF4-FFF2-40B4-BE49-F238E27FC236}">
                <a16:creationId xmlns:a16="http://schemas.microsoft.com/office/drawing/2014/main" id="{166E1DDA-A3A1-5066-CAE5-4ACC95A98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800" y="802843"/>
            <a:ext cx="9721900" cy="970178"/>
          </a:xfrm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7233C"/>
                </a:solidFill>
                <a:latin typeface="Arial"/>
              </a:defRPr>
            </a:pPr>
            <a:r>
              <a:rPr lang="en-GB" sz="3400" b="1" noProof="0">
                <a:solidFill>
                  <a:srgbClr val="17233C"/>
                </a:solidFill>
                <a:latin typeface="Arial"/>
              </a:rPr>
              <a:t>Thank you!</a:t>
            </a:r>
          </a:p>
        </p:txBody>
      </p:sp>
      <p:sp>
        <p:nvSpPr>
          <p:cNvPr id="10" name="Illustration source footnote"/>
          <p:cNvSpPr txBox="1"/>
          <p:nvPr/>
        </p:nvSpPr>
        <p:spPr>
          <a:xfrm>
            <a:off x="2606040" y="6236208"/>
            <a:ext cx="7452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05866"/>
                </a:solidFill>
                <a:latin typeface="Arial"/>
              </a:rPr>
              <a:t>[Sources]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05866"/>
                </a:solidFill>
                <a:latin typeface="Arial"/>
              </a:rPr>
              <a:t>Illustration: AI-generated, 12 October 2026. Conceptual illustration, not an actual event, document, or data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78157812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HY_2016">
  <a:themeElements>
    <a:clrScheme name="HY2016">
      <a:dk1>
        <a:sysClr val="windowText" lastClr="000000"/>
      </a:dk1>
      <a:lt1>
        <a:srgbClr val="FFFFFF"/>
      </a:lt1>
      <a:dk2>
        <a:srgbClr val="8C8A87"/>
      </a:dk2>
      <a:lt2>
        <a:srgbClr val="FFFFFF"/>
      </a:lt2>
      <a:accent1>
        <a:srgbClr val="0E4073"/>
      </a:accent1>
      <a:accent2>
        <a:srgbClr val="7B3CB4"/>
      </a:accent2>
      <a:accent3>
        <a:srgbClr val="45BC9F"/>
      </a:accent3>
      <a:accent4>
        <a:srgbClr val="A5E363"/>
      </a:accent4>
      <a:accent5>
        <a:srgbClr val="7ECEF1"/>
      </a:accent5>
      <a:accent6>
        <a:srgbClr val="FFE263"/>
      </a:accent6>
      <a:hlink>
        <a:srgbClr val="0091D0"/>
      </a:hlink>
      <a:folHlink>
        <a:srgbClr val="8C8A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 xmlns="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xmlns="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:ma14="http://schemas.microsoft.com/office/mac/drawingml/2011/main" xmlns="" val="1"/>
          </a:ext>
        </a:extLst>
      </a:spPr>
      <a:bodyPr vert="horz" wrap="square" lIns="0" tIns="0" rIns="0" bIns="0" numCol="1" anchor="ctr" anchorCtr="0" compatLnSpc="1">
        <a:prstTxWarp prst="textNoShape">
          <a:avLst/>
        </a:prstTxWarp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H PowerPoint template.potx" id="{35C01FC7-82E0-44FA-86F9-FAEB67B82913}" vid="{25A96B2A-1781-41C4-8E05-45413AECF410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HY (konserni)">
      <a:dk1>
        <a:sysClr val="windowText" lastClr="000000"/>
      </a:dk1>
      <a:lt1>
        <a:srgbClr val="FFFFFF"/>
      </a:lt1>
      <a:dk2>
        <a:srgbClr val="8C8A87"/>
      </a:dk2>
      <a:lt2>
        <a:srgbClr val="FFFFFF"/>
      </a:lt2>
      <a:accent1>
        <a:srgbClr val="8C8A87"/>
      </a:accent1>
      <a:accent2>
        <a:srgbClr val="1E1C77"/>
      </a:accent2>
      <a:accent3>
        <a:srgbClr val="FCA311"/>
      </a:accent3>
      <a:accent4>
        <a:srgbClr val="256EC7"/>
      </a:accent4>
      <a:accent5>
        <a:srgbClr val="8EAC7D"/>
      </a:accent5>
      <a:accent6>
        <a:srgbClr val="718A93"/>
      </a:accent6>
      <a:hlink>
        <a:srgbClr val="FCA311"/>
      </a:hlink>
      <a:folHlink>
        <a:srgbClr val="8C8A87"/>
      </a:folHlink>
    </a:clrScheme>
    <a:fontScheme name="Basic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UH_PowerPoint_template</Template>
  <TotalTime>25954</TotalTime>
  <Words>613</Words>
  <Application>Microsoft Office PowerPoint</Application>
  <PresentationFormat>Laajakuva</PresentationFormat>
  <Paragraphs>76</Paragraphs>
  <Slides>7</Slides>
  <Notes>6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7</vt:i4>
      </vt:variant>
    </vt:vector>
  </HeadingPairs>
  <TitlesOfParts>
    <vt:vector size="12" baseType="lpstr">
      <vt:lpstr>Arial</vt:lpstr>
      <vt:lpstr>Gotham Narrow Bold</vt:lpstr>
      <vt:lpstr>Gotham Narrow Book</vt:lpstr>
      <vt:lpstr>Gotham-Bold</vt:lpstr>
      <vt:lpstr>HY_2016</vt:lpstr>
      <vt:lpstr>Has polarization  increased?</vt:lpstr>
      <vt:lpstr>Polarization – what and why</vt:lpstr>
      <vt:lpstr>The method</vt:lpstr>
      <vt:lpstr>Logic of the model</vt:lpstr>
      <vt:lpstr>Preliminary results </vt:lpstr>
      <vt:lpstr>Worth of noting</vt:lpstr>
      <vt:lpstr>Thank you!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Maarit Vilen</dc:creator>
  <cp:lastModifiedBy>Maarit Vilen</cp:lastModifiedBy>
  <cp:revision>64</cp:revision>
  <dcterms:created xsi:type="dcterms:W3CDTF">2026-03-25T15:52:31Z</dcterms:created>
  <dcterms:modified xsi:type="dcterms:W3CDTF">2026-10-14T09:31:06Z</dcterms:modified>
</cp:coreProperties>
</file>